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85" autoAdjust="0"/>
  </p:normalViewPr>
  <p:slideViewPr>
    <p:cSldViewPr snapToGrid="0">
      <p:cViewPr varScale="1">
        <p:scale>
          <a:sx n="104" d="100"/>
          <a:sy n="104" d="100"/>
        </p:scale>
        <p:origin x="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E13E4D-4827-F07F-056E-23D6BBD0C8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F43785-0972-FCE2-39AE-FE3D411D1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14BADD-E265-1121-F92E-DFE1AE042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72F9D-E2C1-489A-B170-55502968E048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0921B1-C3E7-2CCC-FEBF-13AF28409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13F4B6-369F-8B03-9707-178DBECBB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0111-FA27-4FD1-B258-183801A15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191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B22670-C75F-B69D-F2DD-E1E6BD460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8C6849-1A48-3DBB-0F22-A1698C437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C7D37D-B452-0F43-BD0E-1194F5E9E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72F9D-E2C1-489A-B170-55502968E048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DD4589-2B10-A9D1-EE27-322F2ADBB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7C5D21-66B4-E05F-E81A-165471B7A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0111-FA27-4FD1-B258-183801A15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501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A6030-8345-BC71-3413-C188780FB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2EB283-E76B-BA52-766D-423A53DFC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FF33DD-50EB-4E94-A0B3-0F7CA658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72F9D-E2C1-489A-B170-55502968E048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8BEED4-173F-1282-CDC8-8F5DD51E8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CDFF2B-403A-2B91-F682-17FC438BA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0111-FA27-4FD1-B258-183801A15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324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62233C-53C6-C177-3F48-EF2A8C924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6B8F7D-1F7A-EB8C-4434-450590118D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2572BC-C9B6-F1BC-E951-4BBAF6816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DD0076-BD14-FE9B-A3E4-2E5C6661B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72F9D-E2C1-489A-B170-55502968E048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C5CEE2-FB63-566B-DFB5-68CA3C6D8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A8269E-936B-4A9B-60B3-043A34376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0111-FA27-4FD1-B258-183801A15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564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33578F-9522-7098-90AA-4E6DF882D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03E14B-81E3-EC2E-89D7-A5A6B4A14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7BB26D-72F7-C204-7C66-7AF97E2B7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ED5FC1-CEFD-DCA3-1F22-7AF2730E2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15CF33C-DEDB-CE2F-6BC4-CC7C6CD0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1075B97-DD8B-0AC1-56D4-30132A769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72F9D-E2C1-489A-B170-55502968E048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6F3E0F1-6F58-A381-CF2A-F4084CC01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DF11727-C404-3267-420F-A930F48FC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0111-FA27-4FD1-B258-183801A15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066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E9E77B-8B18-EF87-3A0D-C58B812D5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FBECFE-3ACC-8CC4-645E-7496A7E92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72F9D-E2C1-489A-B170-55502968E048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9DAE79-2867-FC31-AFD5-E6BB63D9D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A64FB4-4163-B3E9-9AC4-E4C4B8A77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0111-FA27-4FD1-B258-183801A15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765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3E6E4D-289F-192A-4A22-3133E3C1E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72F9D-E2C1-489A-B170-55502968E048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0EAF079-675A-8C2E-A564-052B67DD0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176CE8-46BB-8D63-790F-88E71A0E8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0111-FA27-4FD1-B258-183801A15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000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CB4F81-4DF9-FDA4-993C-A49F5D506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0FB013-9EF3-9724-4A6C-D3F0B8E02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50FCED-26BC-AC16-0836-05D5F9F06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9B135A-408F-A01B-6C39-09E22CBF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72F9D-E2C1-489A-B170-55502968E048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19890B-303D-1795-0921-1672EBF20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A0F07E-EBFC-84A9-E786-2560DADC5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0111-FA27-4FD1-B258-183801A15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479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5DB647-377B-3F19-5A97-FD3443280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02AD7BB-2500-2A5C-E1EB-A51269EC8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1008D2-E54A-B5F4-F6AA-6FE8B918E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AB8539-E953-95F4-BA74-270434FDB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72F9D-E2C1-489A-B170-55502968E048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C5C572-3DE8-4274-249A-1D78C7BFA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C503BE-5868-0380-32BC-71BFDAE3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0111-FA27-4FD1-B258-183801A15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910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8C6367-CAD5-A664-7E8F-5D4096AEA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209EA8-6A26-602D-0AF5-5AA37862E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ED90B8-D5BB-750A-E0A6-B4CF25AF5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72F9D-E2C1-489A-B170-55502968E048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5C53B2-F1FC-C4D7-256D-525420C40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E9369E-7165-83E9-FE9C-907600D07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0111-FA27-4FD1-B258-183801A15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419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F2045E-4D9E-5930-07EF-3CE2A579A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5ED074-76C8-2DFD-23D5-95F79D083E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CC3690-5B47-5AB4-385C-EAD8AB872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72F9D-E2C1-489A-B170-55502968E048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94B816-A49B-91AC-F259-5F820794F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3D9391-6CF8-7F1D-7B7A-3FCE1F9B4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0111-FA27-4FD1-B258-183801A15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14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29DC4A7-9329-0324-3E0D-419333332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461E2E-539A-5E69-BA9B-75B8728C5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D1D1FD-324A-6669-F883-98A74BE14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72F9D-E2C1-489A-B170-55502968E048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2BC2C8-6BAE-96E7-A46D-073C1A8013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008819-33BB-9AD5-EF33-580DD5B50B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20111-FA27-4FD1-B258-183801A15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646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0E7B560D-690B-2BBD-EC5F-AA07D80BFF5B}"/>
              </a:ext>
            </a:extLst>
          </p:cNvPr>
          <p:cNvSpPr/>
          <p:nvPr/>
        </p:nvSpPr>
        <p:spPr>
          <a:xfrm>
            <a:off x="2003231" y="2571753"/>
            <a:ext cx="3007087" cy="199355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0C89CB-E676-E291-1712-FFF6A2720FD8}"/>
              </a:ext>
            </a:extLst>
          </p:cNvPr>
          <p:cNvSpPr txBox="1"/>
          <p:nvPr/>
        </p:nvSpPr>
        <p:spPr>
          <a:xfrm>
            <a:off x="2699770" y="4565308"/>
            <a:ext cx="1638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SoC </a:t>
            </a:r>
            <a:r>
              <a:rPr lang="zh-CN" altLang="en-US" dirty="0"/>
              <a:t>生成器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2973B6-BB24-0700-7749-0B82D46CEBD4}"/>
              </a:ext>
            </a:extLst>
          </p:cNvPr>
          <p:cNvSpPr/>
          <p:nvPr/>
        </p:nvSpPr>
        <p:spPr>
          <a:xfrm>
            <a:off x="2825577" y="3887392"/>
            <a:ext cx="1393079" cy="567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处理器核心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36C65DC-4E6F-C9F6-E969-8D03F91E22F4}"/>
              </a:ext>
            </a:extLst>
          </p:cNvPr>
          <p:cNvSpPr/>
          <p:nvPr/>
        </p:nvSpPr>
        <p:spPr>
          <a:xfrm>
            <a:off x="2178132" y="3380882"/>
            <a:ext cx="2681831" cy="2761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AXI </a:t>
            </a:r>
            <a:r>
              <a:rPr lang="zh-CN" altLang="en-US" dirty="0">
                <a:solidFill>
                  <a:schemeClr val="tx1"/>
                </a:solidFill>
              </a:rPr>
              <a:t>总线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A151FD-9655-A05C-F78F-6BB060F0FDC7}"/>
              </a:ext>
            </a:extLst>
          </p:cNvPr>
          <p:cNvSpPr/>
          <p:nvPr/>
        </p:nvSpPr>
        <p:spPr>
          <a:xfrm>
            <a:off x="3721566" y="2673394"/>
            <a:ext cx="938947" cy="47560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串口</a:t>
            </a:r>
          </a:p>
        </p:txBody>
      </p:sp>
      <p:sp>
        <p:nvSpPr>
          <p:cNvPr id="9" name="箭头: 上下 8">
            <a:extLst>
              <a:ext uri="{FF2B5EF4-FFF2-40B4-BE49-F238E27FC236}">
                <a16:creationId xmlns:a16="http://schemas.microsoft.com/office/drawing/2014/main" id="{88159365-B120-6277-326A-0B398239A75E}"/>
              </a:ext>
            </a:extLst>
          </p:cNvPr>
          <p:cNvSpPr/>
          <p:nvPr/>
        </p:nvSpPr>
        <p:spPr>
          <a:xfrm>
            <a:off x="3451540" y="3658577"/>
            <a:ext cx="135014" cy="223997"/>
          </a:xfrm>
          <a:prstGeom prst="upDown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上下 9">
            <a:extLst>
              <a:ext uri="{FF2B5EF4-FFF2-40B4-BE49-F238E27FC236}">
                <a16:creationId xmlns:a16="http://schemas.microsoft.com/office/drawing/2014/main" id="{0557940F-D024-7B9C-0ECF-797AB4D73819}"/>
              </a:ext>
            </a:extLst>
          </p:cNvPr>
          <p:cNvSpPr/>
          <p:nvPr/>
        </p:nvSpPr>
        <p:spPr>
          <a:xfrm>
            <a:off x="4151149" y="3149560"/>
            <a:ext cx="135014" cy="219392"/>
          </a:xfrm>
          <a:prstGeom prst="upDown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2AC2D09-9BAF-B028-AE4B-B14E96C60AC9}"/>
              </a:ext>
            </a:extLst>
          </p:cNvPr>
          <p:cNvSpPr/>
          <p:nvPr/>
        </p:nvSpPr>
        <p:spPr>
          <a:xfrm>
            <a:off x="2392925" y="2673393"/>
            <a:ext cx="938947" cy="47560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内存</a:t>
            </a:r>
          </a:p>
        </p:txBody>
      </p:sp>
      <p:sp>
        <p:nvSpPr>
          <p:cNvPr id="12" name="箭头: 上下 11">
            <a:extLst>
              <a:ext uri="{FF2B5EF4-FFF2-40B4-BE49-F238E27FC236}">
                <a16:creationId xmlns:a16="http://schemas.microsoft.com/office/drawing/2014/main" id="{5B0D4FFD-A541-E91D-6784-372D642D614C}"/>
              </a:ext>
            </a:extLst>
          </p:cNvPr>
          <p:cNvSpPr/>
          <p:nvPr/>
        </p:nvSpPr>
        <p:spPr>
          <a:xfrm>
            <a:off x="2794891" y="3159958"/>
            <a:ext cx="135014" cy="219392"/>
          </a:xfrm>
          <a:prstGeom prst="upDown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43E50B0-3F7A-E473-3725-5AA9E4B28421}"/>
              </a:ext>
            </a:extLst>
          </p:cNvPr>
          <p:cNvCxnSpPr>
            <a:cxnSpLocks/>
          </p:cNvCxnSpPr>
          <p:nvPr/>
        </p:nvCxnSpPr>
        <p:spPr>
          <a:xfrm>
            <a:off x="1649212" y="3367555"/>
            <a:ext cx="0" cy="15721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BE8270B1-B0D5-F62D-4026-19EEE501748F}"/>
              </a:ext>
            </a:extLst>
          </p:cNvPr>
          <p:cNvSpPr/>
          <p:nvPr/>
        </p:nvSpPr>
        <p:spPr>
          <a:xfrm>
            <a:off x="304417" y="3125147"/>
            <a:ext cx="1024864" cy="4848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CVA6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45A44B-C544-FF6E-77F3-408B4E052769}"/>
              </a:ext>
            </a:extLst>
          </p:cNvPr>
          <p:cNvSpPr/>
          <p:nvPr/>
        </p:nvSpPr>
        <p:spPr>
          <a:xfrm>
            <a:off x="304417" y="3929082"/>
            <a:ext cx="1024864" cy="4848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Ibex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E6CD0EB-F806-01CE-4ED0-A280D9F41551}"/>
              </a:ext>
            </a:extLst>
          </p:cNvPr>
          <p:cNvSpPr/>
          <p:nvPr/>
        </p:nvSpPr>
        <p:spPr>
          <a:xfrm>
            <a:off x="304417" y="4701010"/>
            <a:ext cx="1024864" cy="4848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BOOM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C632C43-068E-6883-C7D6-6382CBF1D218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1329281" y="3367555"/>
            <a:ext cx="3199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7B6BACE-9A5E-EFD1-3324-34017210F0B9}"/>
              </a:ext>
            </a:extLst>
          </p:cNvPr>
          <p:cNvCxnSpPr>
            <a:cxnSpLocks/>
            <a:endCxn id="18" idx="3"/>
          </p:cNvCxnSpPr>
          <p:nvPr/>
        </p:nvCxnSpPr>
        <p:spPr>
          <a:xfrm flipH="1">
            <a:off x="1329281" y="4171490"/>
            <a:ext cx="47868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C0B082C-AD84-09AF-457B-65BDA40C86B8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1329281" y="4943418"/>
            <a:ext cx="3199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14D2582A-42C5-A35A-F89F-D54E0E05FE79}"/>
              </a:ext>
            </a:extLst>
          </p:cNvPr>
          <p:cNvSpPr txBox="1"/>
          <p:nvPr/>
        </p:nvSpPr>
        <p:spPr>
          <a:xfrm>
            <a:off x="134224" y="2231328"/>
            <a:ext cx="1365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RISC-V </a:t>
            </a:r>
          </a:p>
          <a:p>
            <a:pPr algn="ctr"/>
            <a:r>
              <a:rPr lang="zh-CN" altLang="en-US" dirty="0"/>
              <a:t>处理器代表</a:t>
            </a: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222C7CD3-C144-E77F-52CA-15D590722E02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807962" y="4171224"/>
            <a:ext cx="101761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CDBEDC14-2EEB-8BD1-C209-5076B3F2BB0B}"/>
                  </a:ext>
                </a:extLst>
              </p:cNvPr>
              <p:cNvSpPr/>
              <p:nvPr/>
            </p:nvSpPr>
            <p:spPr>
              <a:xfrm>
                <a:off x="7936666" y="1797544"/>
                <a:ext cx="1273578" cy="721095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𝑆𝑜𝐶</m:t>
                      </m:r>
                      <m:r>
                        <a:rPr lang="en-US" altLang="zh-CN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CDBEDC14-2EEB-8BD1-C209-5076B3F2BB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666" y="1797544"/>
                <a:ext cx="1273578" cy="72109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7747C273-BB3A-07F6-364E-F45CAD0FDE1D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5010318" y="3568531"/>
            <a:ext cx="8354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0A8624EC-AC46-0A04-D552-B57057C4EA65}"/>
              </a:ext>
            </a:extLst>
          </p:cNvPr>
          <p:cNvCxnSpPr>
            <a:cxnSpLocks/>
          </p:cNvCxnSpPr>
          <p:nvPr/>
        </p:nvCxnSpPr>
        <p:spPr>
          <a:xfrm>
            <a:off x="5846857" y="2169087"/>
            <a:ext cx="0" cy="29278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34C93594-825C-DD8F-F171-BF378656C928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5845728" y="2158092"/>
            <a:ext cx="209093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49370FA5-E169-B4A1-9334-3A190FEE1AA2}"/>
              </a:ext>
            </a:extLst>
          </p:cNvPr>
          <p:cNvCxnSpPr>
            <a:cxnSpLocks/>
            <a:endCxn id="151" idx="1"/>
          </p:cNvCxnSpPr>
          <p:nvPr/>
        </p:nvCxnSpPr>
        <p:spPr>
          <a:xfrm>
            <a:off x="5847987" y="5096985"/>
            <a:ext cx="208867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: 折角 59">
            <a:extLst>
              <a:ext uri="{FF2B5EF4-FFF2-40B4-BE49-F238E27FC236}">
                <a16:creationId xmlns:a16="http://schemas.microsoft.com/office/drawing/2014/main" id="{0785F3E2-7CEB-0409-E13E-43A8CEF8CCEB}"/>
              </a:ext>
            </a:extLst>
          </p:cNvPr>
          <p:cNvSpPr/>
          <p:nvPr/>
        </p:nvSpPr>
        <p:spPr>
          <a:xfrm>
            <a:off x="3110367" y="1263152"/>
            <a:ext cx="708026" cy="743794"/>
          </a:xfrm>
          <a:prstGeom prst="foldedCorner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522B855-DA4C-D685-7472-D18F0303B6E4}"/>
              </a:ext>
            </a:extLst>
          </p:cNvPr>
          <p:cNvSpPr txBox="1"/>
          <p:nvPr/>
        </p:nvSpPr>
        <p:spPr>
          <a:xfrm>
            <a:off x="4964289" y="3658577"/>
            <a:ext cx="927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实例化两份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40AA93F1-435E-7CAE-A387-79CAF964F192}"/>
              </a:ext>
            </a:extLst>
          </p:cNvPr>
          <p:cNvSpPr txBox="1"/>
          <p:nvPr/>
        </p:nvSpPr>
        <p:spPr>
          <a:xfrm>
            <a:off x="2558269" y="868134"/>
            <a:ext cx="1812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SoC </a:t>
            </a:r>
            <a:r>
              <a:rPr lang="zh-CN" altLang="en-US" dirty="0"/>
              <a:t>寄存器列表</a:t>
            </a:r>
          </a:p>
        </p:txBody>
      </p: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D6C5E6E9-FD87-300D-C8A2-9BF486FB4A87}"/>
              </a:ext>
            </a:extLst>
          </p:cNvPr>
          <p:cNvCxnSpPr>
            <a:cxnSpLocks/>
          </p:cNvCxnSpPr>
          <p:nvPr/>
        </p:nvCxnSpPr>
        <p:spPr>
          <a:xfrm>
            <a:off x="3154818" y="1343474"/>
            <a:ext cx="5873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95D58B10-ED6D-5237-017F-C1F62F7C8201}"/>
              </a:ext>
            </a:extLst>
          </p:cNvPr>
          <p:cNvCxnSpPr>
            <a:cxnSpLocks/>
          </p:cNvCxnSpPr>
          <p:nvPr/>
        </p:nvCxnSpPr>
        <p:spPr>
          <a:xfrm>
            <a:off x="3154818" y="1412788"/>
            <a:ext cx="55308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444FF281-ECF8-D57E-7D25-26BBC55B3028}"/>
              </a:ext>
            </a:extLst>
          </p:cNvPr>
          <p:cNvCxnSpPr>
            <a:cxnSpLocks/>
          </p:cNvCxnSpPr>
          <p:nvPr/>
        </p:nvCxnSpPr>
        <p:spPr>
          <a:xfrm>
            <a:off x="3154818" y="1486343"/>
            <a:ext cx="48418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18DAC016-24C6-B047-6BA9-DBB2AFFDEBEB}"/>
              </a:ext>
            </a:extLst>
          </p:cNvPr>
          <p:cNvCxnSpPr>
            <a:cxnSpLocks/>
          </p:cNvCxnSpPr>
          <p:nvPr/>
        </p:nvCxnSpPr>
        <p:spPr>
          <a:xfrm>
            <a:off x="3154818" y="1556196"/>
            <a:ext cx="55308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60D7EA44-291D-8A5E-2437-24F6A6C05CC3}"/>
              </a:ext>
            </a:extLst>
          </p:cNvPr>
          <p:cNvCxnSpPr>
            <a:cxnSpLocks/>
          </p:cNvCxnSpPr>
          <p:nvPr/>
        </p:nvCxnSpPr>
        <p:spPr>
          <a:xfrm>
            <a:off x="3154818" y="1636629"/>
            <a:ext cx="59848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8F88E3DB-FE07-B1CD-DDCF-0C846BDC82EE}"/>
              </a:ext>
            </a:extLst>
          </p:cNvPr>
          <p:cNvCxnSpPr>
            <a:cxnSpLocks/>
          </p:cNvCxnSpPr>
          <p:nvPr/>
        </p:nvCxnSpPr>
        <p:spPr>
          <a:xfrm>
            <a:off x="3154818" y="1711243"/>
            <a:ext cx="45561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3B40CB70-817A-B652-BC31-B9CD9D9AA2BB}"/>
              </a:ext>
            </a:extLst>
          </p:cNvPr>
          <p:cNvCxnSpPr>
            <a:cxnSpLocks/>
          </p:cNvCxnSpPr>
          <p:nvPr/>
        </p:nvCxnSpPr>
        <p:spPr>
          <a:xfrm>
            <a:off x="3154818" y="1784269"/>
            <a:ext cx="51593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FE463473-09A6-45E5-833F-74ED4529F64C}"/>
              </a:ext>
            </a:extLst>
          </p:cNvPr>
          <p:cNvCxnSpPr>
            <a:cxnSpLocks/>
          </p:cNvCxnSpPr>
          <p:nvPr/>
        </p:nvCxnSpPr>
        <p:spPr>
          <a:xfrm>
            <a:off x="3154818" y="1863643"/>
            <a:ext cx="45561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箭头: 上 100">
            <a:extLst>
              <a:ext uri="{FF2B5EF4-FFF2-40B4-BE49-F238E27FC236}">
                <a16:creationId xmlns:a16="http://schemas.microsoft.com/office/drawing/2014/main" id="{BBCEDC9F-ADDD-D99F-B8EB-D08E483ECD28}"/>
              </a:ext>
            </a:extLst>
          </p:cNvPr>
          <p:cNvSpPr/>
          <p:nvPr/>
        </p:nvSpPr>
        <p:spPr>
          <a:xfrm>
            <a:off x="3284533" y="2085329"/>
            <a:ext cx="334014" cy="435604"/>
          </a:xfrm>
          <a:prstGeom prst="upArrow">
            <a:avLst/>
          </a:prstGeom>
          <a:solidFill>
            <a:schemeClr val="accent3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475904D1-62BD-20F6-5057-18DEAA7A3EEB}"/>
              </a:ext>
            </a:extLst>
          </p:cNvPr>
          <p:cNvSpPr txBox="1"/>
          <p:nvPr/>
        </p:nvSpPr>
        <p:spPr>
          <a:xfrm>
            <a:off x="3617442" y="2110739"/>
            <a:ext cx="82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导出</a:t>
            </a:r>
          </a:p>
        </p:txBody>
      </p:sp>
      <p:sp>
        <p:nvSpPr>
          <p:cNvPr id="103" name="菱形 102">
            <a:extLst>
              <a:ext uri="{FF2B5EF4-FFF2-40B4-BE49-F238E27FC236}">
                <a16:creationId xmlns:a16="http://schemas.microsoft.com/office/drawing/2014/main" id="{6F9BF7B9-E8F9-E984-FCA2-2B230515DEA9}"/>
              </a:ext>
            </a:extLst>
          </p:cNvPr>
          <p:cNvSpPr/>
          <p:nvPr/>
        </p:nvSpPr>
        <p:spPr>
          <a:xfrm>
            <a:off x="9057607" y="3302106"/>
            <a:ext cx="1650768" cy="709878"/>
          </a:xfrm>
          <a:prstGeom prst="diamond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安全属性</a:t>
            </a:r>
          </a:p>
        </p:txBody>
      </p: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A9A172E1-49B2-A82F-A5A6-6636285093E6}"/>
              </a:ext>
            </a:extLst>
          </p:cNvPr>
          <p:cNvCxnSpPr>
            <a:cxnSpLocks/>
            <a:endCxn id="45" idx="3"/>
          </p:cNvCxnSpPr>
          <p:nvPr/>
        </p:nvCxnSpPr>
        <p:spPr>
          <a:xfrm flipH="1">
            <a:off x="9210244" y="2158091"/>
            <a:ext cx="668553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3432933D-ED1B-70FB-81F6-29D6B9D2EA4D}"/>
              </a:ext>
            </a:extLst>
          </p:cNvPr>
          <p:cNvCxnSpPr>
            <a:cxnSpLocks/>
            <a:endCxn id="151" idx="3"/>
          </p:cNvCxnSpPr>
          <p:nvPr/>
        </p:nvCxnSpPr>
        <p:spPr>
          <a:xfrm flipH="1" flipV="1">
            <a:off x="9210244" y="5096985"/>
            <a:ext cx="670650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矩形: 折角 108">
            <a:extLst>
              <a:ext uri="{FF2B5EF4-FFF2-40B4-BE49-F238E27FC236}">
                <a16:creationId xmlns:a16="http://schemas.microsoft.com/office/drawing/2014/main" id="{5E1E7666-6C98-3113-FE78-99CD65DD95B3}"/>
              </a:ext>
            </a:extLst>
          </p:cNvPr>
          <p:cNvSpPr/>
          <p:nvPr/>
        </p:nvSpPr>
        <p:spPr>
          <a:xfrm>
            <a:off x="8235705" y="2811048"/>
            <a:ext cx="673328" cy="690950"/>
          </a:xfrm>
          <a:prstGeom prst="foldedCorner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1ED8DA49-8627-B19D-7FA5-4687B115721B}"/>
              </a:ext>
            </a:extLst>
          </p:cNvPr>
          <p:cNvCxnSpPr>
            <a:cxnSpLocks/>
          </p:cNvCxnSpPr>
          <p:nvPr/>
        </p:nvCxnSpPr>
        <p:spPr>
          <a:xfrm>
            <a:off x="8274243" y="2891370"/>
            <a:ext cx="55859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D1A8F9AF-E2DE-28E7-1095-A6D3CE6E96F3}"/>
              </a:ext>
            </a:extLst>
          </p:cNvPr>
          <p:cNvCxnSpPr>
            <a:cxnSpLocks/>
          </p:cNvCxnSpPr>
          <p:nvPr/>
        </p:nvCxnSpPr>
        <p:spPr>
          <a:xfrm>
            <a:off x="8272563" y="2960684"/>
            <a:ext cx="52598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86A022F6-6DC0-0B93-068F-11268DE05DEC}"/>
              </a:ext>
            </a:extLst>
          </p:cNvPr>
          <p:cNvCxnSpPr>
            <a:cxnSpLocks/>
          </p:cNvCxnSpPr>
          <p:nvPr/>
        </p:nvCxnSpPr>
        <p:spPr>
          <a:xfrm>
            <a:off x="8269186" y="3034239"/>
            <a:ext cx="46046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594C5C4F-4247-DBBA-94C6-463975436147}"/>
              </a:ext>
            </a:extLst>
          </p:cNvPr>
          <p:cNvCxnSpPr>
            <a:cxnSpLocks/>
          </p:cNvCxnSpPr>
          <p:nvPr/>
        </p:nvCxnSpPr>
        <p:spPr>
          <a:xfrm>
            <a:off x="8272563" y="3104092"/>
            <a:ext cx="52598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A710327A-86F2-567B-430E-2BB82B30ED06}"/>
              </a:ext>
            </a:extLst>
          </p:cNvPr>
          <p:cNvCxnSpPr>
            <a:cxnSpLocks/>
          </p:cNvCxnSpPr>
          <p:nvPr/>
        </p:nvCxnSpPr>
        <p:spPr>
          <a:xfrm>
            <a:off x="8274788" y="3184525"/>
            <a:ext cx="56915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47F6B4FE-4E90-0F65-935B-36392C121D4B}"/>
              </a:ext>
            </a:extLst>
          </p:cNvPr>
          <p:cNvCxnSpPr>
            <a:cxnSpLocks/>
          </p:cNvCxnSpPr>
          <p:nvPr/>
        </p:nvCxnSpPr>
        <p:spPr>
          <a:xfrm>
            <a:off x="8267786" y="3259139"/>
            <a:ext cx="43328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0A2352FC-6044-135B-2EDA-B7B88477E731}"/>
              </a:ext>
            </a:extLst>
          </p:cNvPr>
          <p:cNvCxnSpPr>
            <a:cxnSpLocks/>
          </p:cNvCxnSpPr>
          <p:nvPr/>
        </p:nvCxnSpPr>
        <p:spPr>
          <a:xfrm>
            <a:off x="8270742" y="3332165"/>
            <a:ext cx="49065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8737A03F-2399-B8CA-8815-7971AED3E67C}"/>
              </a:ext>
            </a:extLst>
          </p:cNvPr>
          <p:cNvCxnSpPr>
            <a:cxnSpLocks/>
          </p:cNvCxnSpPr>
          <p:nvPr/>
        </p:nvCxnSpPr>
        <p:spPr>
          <a:xfrm>
            <a:off x="8267786" y="3411539"/>
            <a:ext cx="43328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D4B13565-DFCE-0C36-6352-ACF237CC8E68}"/>
              </a:ext>
            </a:extLst>
          </p:cNvPr>
          <p:cNvCxnSpPr>
            <a:cxnSpLocks/>
            <a:endCxn id="103" idx="0"/>
          </p:cNvCxnSpPr>
          <p:nvPr/>
        </p:nvCxnSpPr>
        <p:spPr>
          <a:xfrm flipH="1">
            <a:off x="9882991" y="2158091"/>
            <a:ext cx="3482" cy="11440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5FFC1F65-59C3-C4D0-2EC0-2F5F94B06ECF}"/>
              </a:ext>
            </a:extLst>
          </p:cNvPr>
          <p:cNvCxnSpPr>
            <a:cxnSpLocks/>
          </p:cNvCxnSpPr>
          <p:nvPr/>
        </p:nvCxnSpPr>
        <p:spPr>
          <a:xfrm flipV="1">
            <a:off x="9886473" y="4011984"/>
            <a:ext cx="0" cy="108500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矩形: 圆角 150">
                <a:extLst>
                  <a:ext uri="{FF2B5EF4-FFF2-40B4-BE49-F238E27FC236}">
                    <a16:creationId xmlns:a16="http://schemas.microsoft.com/office/drawing/2014/main" id="{945ADA9B-0C0F-B3FC-857E-21AAD9D17748}"/>
                  </a:ext>
                </a:extLst>
              </p:cNvPr>
              <p:cNvSpPr/>
              <p:nvPr/>
            </p:nvSpPr>
            <p:spPr>
              <a:xfrm>
                <a:off x="7936666" y="4736437"/>
                <a:ext cx="1273578" cy="721095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𝑆𝑜𝐶</m:t>
                      </m:r>
                      <m:r>
                        <a:rPr lang="en-US" altLang="zh-CN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1" name="矩形: 圆角 150">
                <a:extLst>
                  <a:ext uri="{FF2B5EF4-FFF2-40B4-BE49-F238E27FC236}">
                    <a16:creationId xmlns:a16="http://schemas.microsoft.com/office/drawing/2014/main" id="{945ADA9B-0C0F-B3FC-857E-21AAD9D177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666" y="4736437"/>
                <a:ext cx="1273578" cy="72109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7" name="矩形: 折角 176">
            <a:extLst>
              <a:ext uri="{FF2B5EF4-FFF2-40B4-BE49-F238E27FC236}">
                <a16:creationId xmlns:a16="http://schemas.microsoft.com/office/drawing/2014/main" id="{F3496896-BC1C-DB24-823C-97B030A718EB}"/>
              </a:ext>
            </a:extLst>
          </p:cNvPr>
          <p:cNvSpPr/>
          <p:nvPr/>
        </p:nvSpPr>
        <p:spPr>
          <a:xfrm>
            <a:off x="8244562" y="3764105"/>
            <a:ext cx="673328" cy="690950"/>
          </a:xfrm>
          <a:prstGeom prst="foldedCorner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8" name="直接连接符 177">
            <a:extLst>
              <a:ext uri="{FF2B5EF4-FFF2-40B4-BE49-F238E27FC236}">
                <a16:creationId xmlns:a16="http://schemas.microsoft.com/office/drawing/2014/main" id="{B247AF18-E710-559F-9AC9-B205D78D7035}"/>
              </a:ext>
            </a:extLst>
          </p:cNvPr>
          <p:cNvCxnSpPr>
            <a:cxnSpLocks/>
          </p:cNvCxnSpPr>
          <p:nvPr/>
        </p:nvCxnSpPr>
        <p:spPr>
          <a:xfrm>
            <a:off x="8283100" y="3844427"/>
            <a:ext cx="55859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CDEEBB86-D82A-1900-7CA5-5DF15476B494}"/>
              </a:ext>
            </a:extLst>
          </p:cNvPr>
          <p:cNvCxnSpPr>
            <a:cxnSpLocks/>
          </p:cNvCxnSpPr>
          <p:nvPr/>
        </p:nvCxnSpPr>
        <p:spPr>
          <a:xfrm>
            <a:off x="8281420" y="3913741"/>
            <a:ext cx="52598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D1A05FD0-26CB-9798-2A6A-1F69598B6909}"/>
              </a:ext>
            </a:extLst>
          </p:cNvPr>
          <p:cNvCxnSpPr>
            <a:cxnSpLocks/>
          </p:cNvCxnSpPr>
          <p:nvPr/>
        </p:nvCxnSpPr>
        <p:spPr>
          <a:xfrm>
            <a:off x="8278043" y="3987296"/>
            <a:ext cx="46046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7E78FC85-A11D-4F30-8444-CCE8AE48EE8D}"/>
              </a:ext>
            </a:extLst>
          </p:cNvPr>
          <p:cNvCxnSpPr>
            <a:cxnSpLocks/>
          </p:cNvCxnSpPr>
          <p:nvPr/>
        </p:nvCxnSpPr>
        <p:spPr>
          <a:xfrm>
            <a:off x="8281420" y="4057149"/>
            <a:ext cx="52598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连接符 181">
            <a:extLst>
              <a:ext uri="{FF2B5EF4-FFF2-40B4-BE49-F238E27FC236}">
                <a16:creationId xmlns:a16="http://schemas.microsoft.com/office/drawing/2014/main" id="{EF88A039-C9A8-8D4A-50B2-0606309A3BA0}"/>
              </a:ext>
            </a:extLst>
          </p:cNvPr>
          <p:cNvCxnSpPr>
            <a:cxnSpLocks/>
          </p:cNvCxnSpPr>
          <p:nvPr/>
        </p:nvCxnSpPr>
        <p:spPr>
          <a:xfrm>
            <a:off x="8283645" y="4137582"/>
            <a:ext cx="56915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60F2283B-C827-8E74-3274-E6F13154BB99}"/>
              </a:ext>
            </a:extLst>
          </p:cNvPr>
          <p:cNvCxnSpPr>
            <a:cxnSpLocks/>
          </p:cNvCxnSpPr>
          <p:nvPr/>
        </p:nvCxnSpPr>
        <p:spPr>
          <a:xfrm>
            <a:off x="8276643" y="4212196"/>
            <a:ext cx="43328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连接符 183">
            <a:extLst>
              <a:ext uri="{FF2B5EF4-FFF2-40B4-BE49-F238E27FC236}">
                <a16:creationId xmlns:a16="http://schemas.microsoft.com/office/drawing/2014/main" id="{29957E14-0C80-F8F8-E788-7CBD0F3BAAA6}"/>
              </a:ext>
            </a:extLst>
          </p:cNvPr>
          <p:cNvCxnSpPr>
            <a:cxnSpLocks/>
          </p:cNvCxnSpPr>
          <p:nvPr/>
        </p:nvCxnSpPr>
        <p:spPr>
          <a:xfrm>
            <a:off x="8279599" y="4285222"/>
            <a:ext cx="49065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接连接符 184">
            <a:extLst>
              <a:ext uri="{FF2B5EF4-FFF2-40B4-BE49-F238E27FC236}">
                <a16:creationId xmlns:a16="http://schemas.microsoft.com/office/drawing/2014/main" id="{7EFFAED2-6DB1-B089-2EA7-0436E176EC58}"/>
              </a:ext>
            </a:extLst>
          </p:cNvPr>
          <p:cNvCxnSpPr>
            <a:cxnSpLocks/>
          </p:cNvCxnSpPr>
          <p:nvPr/>
        </p:nvCxnSpPr>
        <p:spPr>
          <a:xfrm>
            <a:off x="8276643" y="4364596"/>
            <a:ext cx="43328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箭头连接符 186">
            <a:extLst>
              <a:ext uri="{FF2B5EF4-FFF2-40B4-BE49-F238E27FC236}">
                <a16:creationId xmlns:a16="http://schemas.microsoft.com/office/drawing/2014/main" id="{C1481509-B672-4ACA-62B6-3320833BD9A4}"/>
              </a:ext>
            </a:extLst>
          </p:cNvPr>
          <p:cNvCxnSpPr>
            <a:stCxn id="109" idx="0"/>
            <a:endCxn id="45" idx="2"/>
          </p:cNvCxnSpPr>
          <p:nvPr/>
        </p:nvCxnSpPr>
        <p:spPr>
          <a:xfrm flipV="1">
            <a:off x="8572369" y="2518639"/>
            <a:ext cx="1086" cy="2924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箭头连接符 187">
            <a:extLst>
              <a:ext uri="{FF2B5EF4-FFF2-40B4-BE49-F238E27FC236}">
                <a16:creationId xmlns:a16="http://schemas.microsoft.com/office/drawing/2014/main" id="{D3C7AAEE-5631-B62F-706F-ECA63721F6EC}"/>
              </a:ext>
            </a:extLst>
          </p:cNvPr>
          <p:cNvCxnSpPr>
            <a:cxnSpLocks/>
            <a:stCxn id="177" idx="2"/>
            <a:endCxn id="151" idx="0"/>
          </p:cNvCxnSpPr>
          <p:nvPr/>
        </p:nvCxnSpPr>
        <p:spPr>
          <a:xfrm flipH="1">
            <a:off x="8573455" y="4455055"/>
            <a:ext cx="7771" cy="2813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矩形 193">
                <a:extLst>
                  <a:ext uri="{FF2B5EF4-FFF2-40B4-BE49-F238E27FC236}">
                    <a16:creationId xmlns:a16="http://schemas.microsoft.com/office/drawing/2014/main" id="{4CADFEF2-7B09-6284-E8DA-9E1081F5CB45}"/>
                  </a:ext>
                </a:extLst>
              </p:cNvPr>
              <p:cNvSpPr/>
              <p:nvPr/>
            </p:nvSpPr>
            <p:spPr>
              <a:xfrm>
                <a:off x="6166789" y="2872672"/>
                <a:ext cx="1596362" cy="39222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</a:rPr>
                  <a:t>仿真波形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 /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4" name="矩形 193">
                <a:extLst>
                  <a:ext uri="{FF2B5EF4-FFF2-40B4-BE49-F238E27FC236}">
                    <a16:creationId xmlns:a16="http://schemas.microsoft.com/office/drawing/2014/main" id="{4CADFEF2-7B09-6284-E8DA-9E1081F5CB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789" y="2872672"/>
                <a:ext cx="1596362" cy="392221"/>
              </a:xfrm>
              <a:prstGeom prst="rect">
                <a:avLst/>
              </a:prstGeom>
              <a:blipFill>
                <a:blip r:embed="rId4"/>
                <a:stretch>
                  <a:fillRect l="-379" t="-2941" b="-1617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矩形 194">
                <a:extLst>
                  <a:ext uri="{FF2B5EF4-FFF2-40B4-BE49-F238E27FC236}">
                    <a16:creationId xmlns:a16="http://schemas.microsoft.com/office/drawing/2014/main" id="{A1F9E83D-8C9C-D141-FF44-0003D2222F79}"/>
                  </a:ext>
                </a:extLst>
              </p:cNvPr>
              <p:cNvSpPr/>
              <p:nvPr/>
            </p:nvSpPr>
            <p:spPr>
              <a:xfrm>
                <a:off x="6166789" y="3990020"/>
                <a:ext cx="1593481" cy="39222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</a:rPr>
                  <a:t>仿真波形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 /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5" name="矩形 194">
                <a:extLst>
                  <a:ext uri="{FF2B5EF4-FFF2-40B4-BE49-F238E27FC236}">
                    <a16:creationId xmlns:a16="http://schemas.microsoft.com/office/drawing/2014/main" id="{A1F9E83D-8C9C-D141-FF44-0003D2222F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789" y="3990020"/>
                <a:ext cx="1593481" cy="392221"/>
              </a:xfrm>
              <a:prstGeom prst="rect">
                <a:avLst/>
              </a:prstGeom>
              <a:blipFill>
                <a:blip r:embed="rId5"/>
                <a:stretch>
                  <a:fillRect l="-2273" t="-4478" b="-17910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6" name="加号 195">
            <a:extLst>
              <a:ext uri="{FF2B5EF4-FFF2-40B4-BE49-F238E27FC236}">
                <a16:creationId xmlns:a16="http://schemas.microsoft.com/office/drawing/2014/main" id="{DF8D4C08-C2AF-6C16-72FB-4D49EA9DD8FD}"/>
              </a:ext>
            </a:extLst>
          </p:cNvPr>
          <p:cNvSpPr/>
          <p:nvPr/>
        </p:nvSpPr>
        <p:spPr>
          <a:xfrm>
            <a:off x="7857227" y="2948912"/>
            <a:ext cx="284401" cy="262821"/>
          </a:xfrm>
          <a:prstGeom prst="mathPlus">
            <a:avLst/>
          </a:prstGeom>
          <a:solidFill>
            <a:schemeClr val="bg2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加号 196">
            <a:extLst>
              <a:ext uri="{FF2B5EF4-FFF2-40B4-BE49-F238E27FC236}">
                <a16:creationId xmlns:a16="http://schemas.microsoft.com/office/drawing/2014/main" id="{6ACF8FA5-22E3-21CA-6437-44A4EB959C9A}"/>
              </a:ext>
            </a:extLst>
          </p:cNvPr>
          <p:cNvSpPr/>
          <p:nvPr/>
        </p:nvSpPr>
        <p:spPr>
          <a:xfrm>
            <a:off x="7857227" y="4045118"/>
            <a:ext cx="284401" cy="262821"/>
          </a:xfrm>
          <a:prstGeom prst="mathPlus">
            <a:avLst/>
          </a:prstGeom>
          <a:solidFill>
            <a:schemeClr val="bg2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9" name="直接箭头连接符 198">
            <a:extLst>
              <a:ext uri="{FF2B5EF4-FFF2-40B4-BE49-F238E27FC236}">
                <a16:creationId xmlns:a16="http://schemas.microsoft.com/office/drawing/2014/main" id="{6D4398A0-5BD8-F3F8-AD3B-A2FD8AD26F71}"/>
              </a:ext>
            </a:extLst>
          </p:cNvPr>
          <p:cNvCxnSpPr>
            <a:stCxn id="103" idx="3"/>
          </p:cNvCxnSpPr>
          <p:nvPr/>
        </p:nvCxnSpPr>
        <p:spPr>
          <a:xfrm>
            <a:off x="10708375" y="3657045"/>
            <a:ext cx="37872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矩形 199">
            <a:extLst>
              <a:ext uri="{FF2B5EF4-FFF2-40B4-BE49-F238E27FC236}">
                <a16:creationId xmlns:a16="http://schemas.microsoft.com/office/drawing/2014/main" id="{13B2E3B0-8679-9EC9-D022-C50772E06205}"/>
              </a:ext>
            </a:extLst>
          </p:cNvPr>
          <p:cNvSpPr/>
          <p:nvPr/>
        </p:nvSpPr>
        <p:spPr>
          <a:xfrm>
            <a:off x="11080749" y="3281365"/>
            <a:ext cx="971690" cy="73061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形式化引擎</a:t>
            </a: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2F1B722C-116B-2834-6E84-7E4FE26B88D6}"/>
              </a:ext>
            </a:extLst>
          </p:cNvPr>
          <p:cNvSpPr txBox="1"/>
          <p:nvPr/>
        </p:nvSpPr>
        <p:spPr>
          <a:xfrm>
            <a:off x="8599284" y="2482659"/>
            <a:ext cx="87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初始化</a:t>
            </a: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8F82ECC6-6541-94AF-A1DA-061E29A979AA}"/>
              </a:ext>
            </a:extLst>
          </p:cNvPr>
          <p:cNvSpPr txBox="1"/>
          <p:nvPr/>
        </p:nvSpPr>
        <p:spPr>
          <a:xfrm>
            <a:off x="8585316" y="4407024"/>
            <a:ext cx="87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初始化</a:t>
            </a:r>
          </a:p>
        </p:txBody>
      </p:sp>
      <p:sp>
        <p:nvSpPr>
          <p:cNvPr id="203" name="箭头: 上下 202">
            <a:extLst>
              <a:ext uri="{FF2B5EF4-FFF2-40B4-BE49-F238E27FC236}">
                <a16:creationId xmlns:a16="http://schemas.microsoft.com/office/drawing/2014/main" id="{14C376B0-F3F6-6F2D-CEBA-956CA0034968}"/>
              </a:ext>
            </a:extLst>
          </p:cNvPr>
          <p:cNvSpPr/>
          <p:nvPr/>
        </p:nvSpPr>
        <p:spPr>
          <a:xfrm>
            <a:off x="6648450" y="3308456"/>
            <a:ext cx="359430" cy="646331"/>
          </a:xfrm>
          <a:prstGeom prst="upDown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F9F7C6E9-BD7F-7765-3D3B-5E11BB67A0CC}"/>
              </a:ext>
            </a:extLst>
          </p:cNvPr>
          <p:cNvSpPr txBox="1"/>
          <p:nvPr/>
        </p:nvSpPr>
        <p:spPr>
          <a:xfrm>
            <a:off x="6938867" y="3309870"/>
            <a:ext cx="735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差分对齐</a:t>
            </a:r>
          </a:p>
        </p:txBody>
      </p:sp>
      <p:cxnSp>
        <p:nvCxnSpPr>
          <p:cNvPr id="206" name="直接箭头连接符 205">
            <a:extLst>
              <a:ext uri="{FF2B5EF4-FFF2-40B4-BE49-F238E27FC236}">
                <a16:creationId xmlns:a16="http://schemas.microsoft.com/office/drawing/2014/main" id="{5957FF45-F416-A6F3-D857-86CFB8BCB600}"/>
              </a:ext>
            </a:extLst>
          </p:cNvPr>
          <p:cNvCxnSpPr>
            <a:cxnSpLocks/>
            <a:stCxn id="200" idx="0"/>
          </p:cNvCxnSpPr>
          <p:nvPr/>
        </p:nvCxnSpPr>
        <p:spPr>
          <a:xfrm flipV="1">
            <a:off x="11566594" y="2811048"/>
            <a:ext cx="0" cy="4703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箭头连接符 206">
            <a:extLst>
              <a:ext uri="{FF2B5EF4-FFF2-40B4-BE49-F238E27FC236}">
                <a16:creationId xmlns:a16="http://schemas.microsoft.com/office/drawing/2014/main" id="{2721CABB-2442-454A-F975-46D471D70470}"/>
              </a:ext>
            </a:extLst>
          </p:cNvPr>
          <p:cNvCxnSpPr>
            <a:cxnSpLocks/>
          </p:cNvCxnSpPr>
          <p:nvPr/>
        </p:nvCxnSpPr>
        <p:spPr>
          <a:xfrm>
            <a:off x="11566594" y="4018848"/>
            <a:ext cx="0" cy="4896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0" name="图片 209">
            <a:extLst>
              <a:ext uri="{FF2B5EF4-FFF2-40B4-BE49-F238E27FC236}">
                <a16:creationId xmlns:a16="http://schemas.microsoft.com/office/drawing/2014/main" id="{B7A5A01A-5098-C2CC-ABAF-52FD6229F7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85" b="89862" l="5385" r="90000">
                        <a14:foregroundMark x1="42179" y1="34562" x2="30641" y2="43932"/>
                        <a14:foregroundMark x1="30641" y1="43932" x2="23205" y2="57450"/>
                        <a14:foregroundMark x1="23205" y1="57450" x2="13077" y2="51459"/>
                        <a14:foregroundMark x1="13077" y1="51459" x2="10897" y2="48541"/>
                        <a14:foregroundMark x1="6282" y1="47926" x2="5385" y2="47465"/>
                        <a14:foregroundMark x1="41795" y1="28879" x2="41667" y2="29032"/>
                        <a14:foregroundMark x1="41154" y1="29647" x2="33462" y2="38249"/>
                        <a14:backgroundMark x1="80000" y1="21505" x2="65385" y2="52995"/>
                        <a14:backgroundMark x1="65385" y1="52995" x2="63718" y2="62212"/>
                        <a14:backgroundMark x1="62436" y1="29186" x2="77949" y2="62826"/>
                        <a14:backgroundMark x1="69872" y1="23963" x2="65641" y2="30876"/>
                        <a14:backgroundMark x1="65641" y1="30876" x2="59615" y2="50230"/>
                        <a14:backgroundMark x1="59615" y1="50230" x2="70513" y2="66052"/>
                        <a14:backgroundMark x1="70513" y1="66052" x2="84359" y2="40707"/>
                        <a14:backgroundMark x1="84359" y1="40707" x2="74231" y2="57911"/>
                        <a14:backgroundMark x1="74231" y1="57911" x2="62179" y2="59601"/>
                        <a14:backgroundMark x1="62179" y1="59601" x2="60897" y2="33794"/>
                        <a14:backgroundMark x1="60897" y1="33794" x2="54231" y2="49155"/>
                        <a14:backgroundMark x1="54231" y1="49155" x2="63077" y2="66667"/>
                        <a14:backgroundMark x1="63077" y1="66667" x2="83333" y2="65591"/>
                        <a14:backgroundMark x1="83333" y1="65591" x2="87949" y2="47773"/>
                        <a14:backgroundMark x1="87949" y1="47773" x2="85641" y2="42089"/>
                      </a14:backgroundRemoval>
                    </a14:imgEffect>
                  </a14:imgLayer>
                </a14:imgProps>
              </a:ext>
            </a:extLst>
          </a:blip>
          <a:srcRect t="6775" r="49714"/>
          <a:stretch>
            <a:fillRect/>
          </a:stretch>
        </p:blipFill>
        <p:spPr>
          <a:xfrm>
            <a:off x="11644487" y="4025239"/>
            <a:ext cx="378726" cy="585998"/>
          </a:xfrm>
          <a:prstGeom prst="rect">
            <a:avLst/>
          </a:prstGeom>
        </p:spPr>
      </p:pic>
      <p:sp>
        <p:nvSpPr>
          <p:cNvPr id="211" name="文本框 210">
            <a:extLst>
              <a:ext uri="{FF2B5EF4-FFF2-40B4-BE49-F238E27FC236}">
                <a16:creationId xmlns:a16="http://schemas.microsoft.com/office/drawing/2014/main" id="{DBCBE624-D7ED-5BFF-0591-52E4A1BB740B}"/>
              </a:ext>
            </a:extLst>
          </p:cNvPr>
          <p:cNvSpPr txBox="1"/>
          <p:nvPr/>
        </p:nvSpPr>
        <p:spPr>
          <a:xfrm>
            <a:off x="11214344" y="4482299"/>
            <a:ext cx="73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证明</a:t>
            </a:r>
          </a:p>
        </p:txBody>
      </p:sp>
      <p:pic>
        <p:nvPicPr>
          <p:cNvPr id="212" name="图片 211">
            <a:extLst>
              <a:ext uri="{FF2B5EF4-FFF2-40B4-BE49-F238E27FC236}">
                <a16:creationId xmlns:a16="http://schemas.microsoft.com/office/drawing/2014/main" id="{4810821C-5D11-520A-6588-10EAFED2F4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1644487" y="2851991"/>
            <a:ext cx="421858" cy="422508"/>
          </a:xfrm>
          <a:prstGeom prst="rect">
            <a:avLst/>
          </a:prstGeom>
        </p:spPr>
      </p:pic>
      <p:sp>
        <p:nvSpPr>
          <p:cNvPr id="213" name="文本框 212">
            <a:extLst>
              <a:ext uri="{FF2B5EF4-FFF2-40B4-BE49-F238E27FC236}">
                <a16:creationId xmlns:a16="http://schemas.microsoft.com/office/drawing/2014/main" id="{E66AB3C7-72FA-01B0-A588-F7772D03E79C}"/>
              </a:ext>
            </a:extLst>
          </p:cNvPr>
          <p:cNvSpPr txBox="1"/>
          <p:nvPr/>
        </p:nvSpPr>
        <p:spPr>
          <a:xfrm>
            <a:off x="11205081" y="2501828"/>
            <a:ext cx="73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反例</a:t>
            </a:r>
          </a:p>
        </p:txBody>
      </p:sp>
    </p:spTree>
    <p:extLst>
      <p:ext uri="{BB962C8B-B14F-4D97-AF65-F5344CB8AC3E}">
        <p14:creationId xmlns:p14="http://schemas.microsoft.com/office/powerpoint/2010/main" val="3814239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44</Words>
  <Application>Microsoft Office PowerPoint</Application>
  <PresentationFormat>宽屏</PresentationFormat>
  <Paragraphs>24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Xingzhi Zhang</dc:creator>
  <cp:lastModifiedBy>Xingzhi Zhang</cp:lastModifiedBy>
  <cp:revision>48</cp:revision>
  <dcterms:created xsi:type="dcterms:W3CDTF">2026-03-08T12:48:09Z</dcterms:created>
  <dcterms:modified xsi:type="dcterms:W3CDTF">2026-03-08T16:24:03Z</dcterms:modified>
</cp:coreProperties>
</file>