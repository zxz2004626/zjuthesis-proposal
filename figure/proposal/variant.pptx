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970DB7-02B4-4BEE-8620-9614CE913B9E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8EFB4-DF36-4683-B22E-999905BD5E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80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B8EFB4-DF36-4683-B22E-999905BD5E8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275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8ABC4-8B0F-D812-89FB-2DC3240DA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E48AFA-E2E6-F54C-B8B7-EAD4888F6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FD7106-6D2D-6B7B-179A-919C82025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8105A5-CF3D-A624-AD87-5FBFB657E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538D3-A17B-28B9-A04B-0C6E34D3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676B0-10A9-923F-FE21-600969EA0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CCA72-7D6F-D8A0-4E53-E2F4C453F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41DAAC-F58E-1681-456F-B4E878839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A66F90-83F3-8DA6-D709-E7E7EDAF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FA5B95-605D-EFFE-7EEF-FBCF8098F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88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DED9A5-31BE-9E14-51C9-60BB38E92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E4A539-7C25-8E24-7474-1F157FB88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5D730-7760-24AD-E803-866C9C23F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945C0C-AE83-3759-7AC4-FB541D6E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266A91-8C6F-8FF9-48F6-DBD42D15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98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167E01-6F9C-6B36-ECC8-FD896F89F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778CBE-0BC2-8B98-FA0B-638844DAF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E089F1-075E-BA61-E253-74FD88628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A45371-BF59-AD1A-7553-4E65517D9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147DD8-2E7E-7E1A-D125-4A97EDFF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6FCCC6-1580-5CB5-2971-7B5DBF75C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977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5168D-C33F-60BF-732A-1A4EB9BE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7840AE-28E3-A77B-4512-856D0D038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A6669-4C69-224A-6740-7946B455A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B4FD74-D72D-0475-E8EB-EB75A4C18E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9523204-ED3B-2B45-62C7-C2A135B15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39AD327-E1B0-6C42-3699-2EB0B94E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50808E9-ADB8-EC09-72A7-99EE50385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C1316F-6E7D-6974-B10F-459F8B96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50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ECFEDA-B0CB-7F91-3291-4CFBD0E49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AA3004-2FB7-91A7-614A-40B9D9D19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BA8D760-215A-B350-3BFB-1908B5FA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8EA1D6-6B9A-693B-1FFF-0F3BF196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9647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1902D5-B5C6-3848-ECF9-4B1E5BA36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9D007E6-371F-6A29-F6AC-01105672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C5F041-06E4-3DCE-D74B-E5D6178A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014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27D19B-9AFE-3A18-48E4-3488389A0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6D9C1-3087-FD5F-4E48-740C37CA3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D89E3F-A15A-C4D5-3C6D-CF2967452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26103C-9E62-8F09-D55F-48F1137B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AF9CD4-C1C8-DA59-E6B1-41FC38C47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56DF77-33A8-44AB-FE2F-C322F1068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0810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8ECE0-E0AD-9F53-9C23-2496A3500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BF0A9E9-F729-B19B-2DBB-6E3910007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3ABA72-1114-599D-95EF-AC7595ADF3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2187B0-0BA7-4B6C-FE05-477AC017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916E5D-1F63-16C0-EA44-26AFBDB56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10DD35C-AEDC-F481-D285-DF1ACF42E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17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A9231-F1BE-B815-0F52-5DCFF2C6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BB9F123-4794-F1C8-0BF1-A1D155A249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6204A5-E723-4406-DC43-6BE563B1E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CCF73-F237-6DFD-3635-371E258B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015240-FFC0-62DC-5A74-FA6F22E4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523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0AFDEE5-ACCC-A8F9-AB62-F3919A5E6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A5CE84-8112-52FA-A0D7-1C637F712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980FA6-AE31-70AA-6E78-33523BE9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ED6F5F-8DC5-1333-78A8-19CAB47D2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E83714-AA8E-8E61-F08A-B29924ACE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88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FB5DF0-9FC2-1CCB-DCFF-5C6F73F7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0C5A3D-3DDB-836F-4058-FCA1CC306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DB6B71-EF19-20D5-3BB6-9C8986E7B2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D6836-B624-4DA9-B5B6-545033C9EEE0}" type="datetimeFigureOut">
              <a:rPr lang="zh-CN" altLang="en-US" smtClean="0"/>
              <a:t>2026/3/10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C43464-8271-4FD5-7EF3-7A0944D1AA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E4057-D747-CBDA-9ECD-C5E992473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368F1-F2BB-4F1E-9D0A-643F57E01A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74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B6599D9-FF67-6AD4-9653-26BCFE8BD9FD}"/>
              </a:ext>
            </a:extLst>
          </p:cNvPr>
          <p:cNvSpPr/>
          <p:nvPr/>
        </p:nvSpPr>
        <p:spPr>
          <a:xfrm>
            <a:off x="1374667" y="556330"/>
            <a:ext cx="2301342" cy="2545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08CF8D-607B-0255-73F0-AB9AB9754F1B}"/>
              </a:ext>
            </a:extLst>
          </p:cNvPr>
          <p:cNvSpPr txBox="1"/>
          <p:nvPr/>
        </p:nvSpPr>
        <p:spPr>
          <a:xfrm>
            <a:off x="1380804" y="568603"/>
            <a:ext cx="23013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text: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addi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t0, t0, 1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fdiv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a0, a4, a5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...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j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formal_entry</a:t>
            </a:r>
            <a:endParaRPr lang="en-US" altLang="zh-CN" sz="16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data: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...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secret: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.byte </a:t>
            </a:r>
            <a:r>
              <a:rPr lang="en-US" altLang="zh-CN" sz="1600" b="1" dirty="0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0x0</a:t>
            </a:r>
          </a:p>
          <a:p>
            <a:r>
              <a:rPr lang="en-US" altLang="zh-CN" sz="1600" b="1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formal_entry</a:t>
            </a:r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:</a:t>
            </a:r>
            <a:endParaRPr lang="zh-CN" altLang="en-US" sz="1600" b="1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B3A0B9-02CB-96CA-FCAA-C274365768AD}"/>
              </a:ext>
            </a:extLst>
          </p:cNvPr>
          <p:cNvSpPr/>
          <p:nvPr/>
        </p:nvSpPr>
        <p:spPr>
          <a:xfrm>
            <a:off x="1374668" y="3701154"/>
            <a:ext cx="2301342" cy="254528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79E8166-46E1-ADB9-D175-964F24ADC47F}"/>
              </a:ext>
            </a:extLst>
          </p:cNvPr>
          <p:cNvSpPr/>
          <p:nvPr/>
        </p:nvSpPr>
        <p:spPr>
          <a:xfrm>
            <a:off x="4592456" y="2241977"/>
            <a:ext cx="3007087" cy="199355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358A43-162C-7978-731A-F509C2CEAEFD}"/>
              </a:ext>
            </a:extLst>
          </p:cNvPr>
          <p:cNvSpPr/>
          <p:nvPr/>
        </p:nvSpPr>
        <p:spPr>
          <a:xfrm>
            <a:off x="5414802" y="3557616"/>
            <a:ext cx="1393079" cy="567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处理器核心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CD9D59-A021-4EF2-0C76-8EEEB9CE1157}"/>
              </a:ext>
            </a:extLst>
          </p:cNvPr>
          <p:cNvSpPr/>
          <p:nvPr/>
        </p:nvSpPr>
        <p:spPr>
          <a:xfrm>
            <a:off x="4767357" y="3051106"/>
            <a:ext cx="2681831" cy="2761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AXI </a:t>
            </a:r>
            <a:r>
              <a:rPr lang="zh-CN" altLang="en-US" dirty="0">
                <a:solidFill>
                  <a:schemeClr val="tx1"/>
                </a:solidFill>
              </a:rPr>
              <a:t>总线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65657C-FDC1-EC26-72DE-4FFEF0676B84}"/>
              </a:ext>
            </a:extLst>
          </p:cNvPr>
          <p:cNvSpPr/>
          <p:nvPr/>
        </p:nvSpPr>
        <p:spPr>
          <a:xfrm>
            <a:off x="6310791" y="2343618"/>
            <a:ext cx="938947" cy="4756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串口</a:t>
            </a:r>
          </a:p>
        </p:txBody>
      </p:sp>
      <p:sp>
        <p:nvSpPr>
          <p:cNvPr id="17" name="箭头: 上下 16">
            <a:extLst>
              <a:ext uri="{FF2B5EF4-FFF2-40B4-BE49-F238E27FC236}">
                <a16:creationId xmlns:a16="http://schemas.microsoft.com/office/drawing/2014/main" id="{CCDE6E10-7D64-97B0-2904-C306474703B6}"/>
              </a:ext>
            </a:extLst>
          </p:cNvPr>
          <p:cNvSpPr/>
          <p:nvPr/>
        </p:nvSpPr>
        <p:spPr>
          <a:xfrm>
            <a:off x="6040765" y="3328801"/>
            <a:ext cx="135014" cy="223997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上下 17">
            <a:extLst>
              <a:ext uri="{FF2B5EF4-FFF2-40B4-BE49-F238E27FC236}">
                <a16:creationId xmlns:a16="http://schemas.microsoft.com/office/drawing/2014/main" id="{8B43DA25-EA57-3AA2-C329-1884E9F8A06A}"/>
              </a:ext>
            </a:extLst>
          </p:cNvPr>
          <p:cNvSpPr/>
          <p:nvPr/>
        </p:nvSpPr>
        <p:spPr>
          <a:xfrm>
            <a:off x="6740374" y="2819784"/>
            <a:ext cx="135014" cy="219392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ED7E06-E0C0-0334-BE0E-D0A2C613598A}"/>
              </a:ext>
            </a:extLst>
          </p:cNvPr>
          <p:cNvSpPr/>
          <p:nvPr/>
        </p:nvSpPr>
        <p:spPr>
          <a:xfrm>
            <a:off x="4982150" y="2343617"/>
            <a:ext cx="938947" cy="47560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内存</a:t>
            </a:r>
          </a:p>
        </p:txBody>
      </p:sp>
      <p:sp>
        <p:nvSpPr>
          <p:cNvPr id="20" name="箭头: 上下 19">
            <a:extLst>
              <a:ext uri="{FF2B5EF4-FFF2-40B4-BE49-F238E27FC236}">
                <a16:creationId xmlns:a16="http://schemas.microsoft.com/office/drawing/2014/main" id="{55B300F2-DDCA-50E2-A29C-729EE0CB7293}"/>
              </a:ext>
            </a:extLst>
          </p:cNvPr>
          <p:cNvSpPr/>
          <p:nvPr/>
        </p:nvSpPr>
        <p:spPr>
          <a:xfrm>
            <a:off x="5384116" y="2830182"/>
            <a:ext cx="135014" cy="219392"/>
          </a:xfrm>
          <a:prstGeom prst="upDownArrow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19AB6C7-C295-7D3F-E9CA-68484972BCEF}"/>
              </a:ext>
            </a:extLst>
          </p:cNvPr>
          <p:cNvSpPr txBox="1"/>
          <p:nvPr/>
        </p:nvSpPr>
        <p:spPr>
          <a:xfrm>
            <a:off x="1143007" y="3101614"/>
            <a:ext cx="273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微架构状态设置程序本体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5F59EF5-31CE-4601-153C-6A7D4C0F8DE6}"/>
              </a:ext>
            </a:extLst>
          </p:cNvPr>
          <p:cNvSpPr txBox="1"/>
          <p:nvPr/>
        </p:nvSpPr>
        <p:spPr>
          <a:xfrm>
            <a:off x="5414802" y="4281214"/>
            <a:ext cx="1393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SoC</a:t>
            </a:r>
            <a:endParaRPr lang="zh-CN" altLang="en-US" sz="2000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AF1E82C9-81D1-FC8B-C126-98EBA4172C42}"/>
              </a:ext>
            </a:extLst>
          </p:cNvPr>
          <p:cNvCxnSpPr>
            <a:cxnSpLocks/>
          </p:cNvCxnSpPr>
          <p:nvPr/>
        </p:nvCxnSpPr>
        <p:spPr>
          <a:xfrm>
            <a:off x="3676009" y="1845875"/>
            <a:ext cx="38049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2FE0BA2-6422-135A-3979-349CC89FA5FA}"/>
              </a:ext>
            </a:extLst>
          </p:cNvPr>
          <p:cNvCxnSpPr>
            <a:cxnSpLocks/>
          </p:cNvCxnSpPr>
          <p:nvPr/>
        </p:nvCxnSpPr>
        <p:spPr>
          <a:xfrm>
            <a:off x="4056499" y="1845875"/>
            <a:ext cx="0" cy="306467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293C2DEF-DB0F-0823-35FF-4EF83AFE158B}"/>
              </a:ext>
            </a:extLst>
          </p:cNvPr>
          <p:cNvCxnSpPr>
            <a:cxnSpLocks/>
          </p:cNvCxnSpPr>
          <p:nvPr/>
        </p:nvCxnSpPr>
        <p:spPr>
          <a:xfrm>
            <a:off x="3682147" y="4910548"/>
            <a:ext cx="37435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65A152D7-0076-F271-D8F3-BBD11A8BF844}"/>
              </a:ext>
            </a:extLst>
          </p:cNvPr>
          <p:cNvCxnSpPr/>
          <p:nvPr/>
        </p:nvCxnSpPr>
        <p:spPr>
          <a:xfrm>
            <a:off x="4056499" y="3239819"/>
            <a:ext cx="535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D083741-FA81-B3F5-D387-1AEE82AC3BB7}"/>
              </a:ext>
            </a:extLst>
          </p:cNvPr>
          <p:cNvCxnSpPr/>
          <p:nvPr/>
        </p:nvCxnSpPr>
        <p:spPr>
          <a:xfrm>
            <a:off x="7599543" y="3239819"/>
            <a:ext cx="37435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94433A-6A39-435D-1284-FD9EDCF82941}"/>
              </a:ext>
            </a:extLst>
          </p:cNvPr>
          <p:cNvCxnSpPr>
            <a:cxnSpLocks/>
          </p:cNvCxnSpPr>
          <p:nvPr/>
        </p:nvCxnSpPr>
        <p:spPr>
          <a:xfrm>
            <a:off x="7973896" y="1765724"/>
            <a:ext cx="0" cy="314482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>
            <a:extLst>
              <a:ext uri="{FF2B5EF4-FFF2-40B4-BE49-F238E27FC236}">
                <a16:creationId xmlns:a16="http://schemas.microsoft.com/office/drawing/2014/main" id="{F54E4CF6-D1EB-EF10-0591-D4D83BE8950A}"/>
              </a:ext>
            </a:extLst>
          </p:cNvPr>
          <p:cNvSpPr/>
          <p:nvPr/>
        </p:nvSpPr>
        <p:spPr>
          <a:xfrm>
            <a:off x="8509853" y="1060735"/>
            <a:ext cx="2539993" cy="140011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236BDD6-445F-D4D6-C2A8-E8153535C2BE}"/>
              </a:ext>
            </a:extLst>
          </p:cNvPr>
          <p:cNvSpPr/>
          <p:nvPr/>
        </p:nvSpPr>
        <p:spPr>
          <a:xfrm>
            <a:off x="8655898" y="1202552"/>
            <a:ext cx="2260599" cy="10964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AC09D5F-396E-2CA3-5D18-8B40FAB0863B}"/>
              </a:ext>
            </a:extLst>
          </p:cNvPr>
          <p:cNvCxnSpPr/>
          <p:nvPr/>
        </p:nvCxnSpPr>
        <p:spPr>
          <a:xfrm>
            <a:off x="8655898" y="1524285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D5E45F25-2D6C-79DF-A790-A7B8DEC4A061}"/>
              </a:ext>
            </a:extLst>
          </p:cNvPr>
          <p:cNvCxnSpPr/>
          <p:nvPr/>
        </p:nvCxnSpPr>
        <p:spPr>
          <a:xfrm>
            <a:off x="8909898" y="131261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9D7B22D-1D7C-ACD8-9012-9E0071A3C621}"/>
              </a:ext>
            </a:extLst>
          </p:cNvPr>
          <p:cNvCxnSpPr>
            <a:cxnSpLocks/>
          </p:cNvCxnSpPr>
          <p:nvPr/>
        </p:nvCxnSpPr>
        <p:spPr>
          <a:xfrm>
            <a:off x="8909898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53AAE045-B7D9-28E1-5C5D-489CC7683054}"/>
              </a:ext>
            </a:extLst>
          </p:cNvPr>
          <p:cNvCxnSpPr>
            <a:cxnSpLocks/>
          </p:cNvCxnSpPr>
          <p:nvPr/>
        </p:nvCxnSpPr>
        <p:spPr>
          <a:xfrm>
            <a:off x="9163898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5CD5D71-68B1-0353-5EDE-1E4891CA11C6}"/>
              </a:ext>
            </a:extLst>
          </p:cNvPr>
          <p:cNvCxnSpPr/>
          <p:nvPr/>
        </p:nvCxnSpPr>
        <p:spPr>
          <a:xfrm>
            <a:off x="9155432" y="1524285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EA7E29E-836E-A13F-808E-A538CDB1B3DF}"/>
              </a:ext>
            </a:extLst>
          </p:cNvPr>
          <p:cNvCxnSpPr/>
          <p:nvPr/>
        </p:nvCxnSpPr>
        <p:spPr>
          <a:xfrm>
            <a:off x="9409432" y="131261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F6396D09-7543-2B99-9256-882E76BC78E6}"/>
              </a:ext>
            </a:extLst>
          </p:cNvPr>
          <p:cNvCxnSpPr>
            <a:cxnSpLocks/>
          </p:cNvCxnSpPr>
          <p:nvPr/>
        </p:nvCxnSpPr>
        <p:spPr>
          <a:xfrm>
            <a:off x="9409432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9258914F-5EF1-983A-9D8C-7746C6605F91}"/>
              </a:ext>
            </a:extLst>
          </p:cNvPr>
          <p:cNvCxnSpPr>
            <a:cxnSpLocks/>
          </p:cNvCxnSpPr>
          <p:nvPr/>
        </p:nvCxnSpPr>
        <p:spPr>
          <a:xfrm>
            <a:off x="9663432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74562B5D-3D89-E78A-8A61-10387049025F}"/>
              </a:ext>
            </a:extLst>
          </p:cNvPr>
          <p:cNvCxnSpPr/>
          <p:nvPr/>
        </p:nvCxnSpPr>
        <p:spPr>
          <a:xfrm>
            <a:off x="9659198" y="1524285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A050CEE-0B47-FEC0-A69D-E1F7CAD567FB}"/>
              </a:ext>
            </a:extLst>
          </p:cNvPr>
          <p:cNvCxnSpPr/>
          <p:nvPr/>
        </p:nvCxnSpPr>
        <p:spPr>
          <a:xfrm>
            <a:off x="9913198" y="131261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E331B4D0-7FF8-33BA-75A9-FF026AA3305C}"/>
              </a:ext>
            </a:extLst>
          </p:cNvPr>
          <p:cNvCxnSpPr>
            <a:cxnSpLocks/>
          </p:cNvCxnSpPr>
          <p:nvPr/>
        </p:nvCxnSpPr>
        <p:spPr>
          <a:xfrm>
            <a:off x="9913198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CC388FB-1DC0-311E-8685-D1A869FF8B47}"/>
              </a:ext>
            </a:extLst>
          </p:cNvPr>
          <p:cNvCxnSpPr>
            <a:cxnSpLocks/>
          </p:cNvCxnSpPr>
          <p:nvPr/>
        </p:nvCxnSpPr>
        <p:spPr>
          <a:xfrm>
            <a:off x="10167198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8C27EA6-E9E6-EFE5-A9A3-3932BEE11B0E}"/>
              </a:ext>
            </a:extLst>
          </p:cNvPr>
          <p:cNvCxnSpPr/>
          <p:nvPr/>
        </p:nvCxnSpPr>
        <p:spPr>
          <a:xfrm>
            <a:off x="10158732" y="1524285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9313696-1ECE-1C04-1E0E-3D938BC8E03F}"/>
              </a:ext>
            </a:extLst>
          </p:cNvPr>
          <p:cNvCxnSpPr/>
          <p:nvPr/>
        </p:nvCxnSpPr>
        <p:spPr>
          <a:xfrm>
            <a:off x="10412732" y="131261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91A1318-659F-7AC4-D9F4-4F0372DD4CEB}"/>
              </a:ext>
            </a:extLst>
          </p:cNvPr>
          <p:cNvCxnSpPr>
            <a:cxnSpLocks/>
          </p:cNvCxnSpPr>
          <p:nvPr/>
        </p:nvCxnSpPr>
        <p:spPr>
          <a:xfrm>
            <a:off x="10412732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574620D6-9239-6615-21A0-D3D286CAC7ED}"/>
              </a:ext>
            </a:extLst>
          </p:cNvPr>
          <p:cNvCxnSpPr>
            <a:cxnSpLocks/>
          </p:cNvCxnSpPr>
          <p:nvPr/>
        </p:nvCxnSpPr>
        <p:spPr>
          <a:xfrm>
            <a:off x="10666732" y="131261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8A7EDDCC-85FC-6601-6F09-7DD784A1FA7D}"/>
              </a:ext>
            </a:extLst>
          </p:cNvPr>
          <p:cNvCxnSpPr/>
          <p:nvPr/>
        </p:nvCxnSpPr>
        <p:spPr>
          <a:xfrm>
            <a:off x="10662497" y="1524285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76C6EE37-017B-2A31-3064-A9826A759F37}"/>
              </a:ext>
            </a:extLst>
          </p:cNvPr>
          <p:cNvCxnSpPr>
            <a:cxnSpLocks/>
          </p:cNvCxnSpPr>
          <p:nvPr/>
        </p:nvCxnSpPr>
        <p:spPr>
          <a:xfrm>
            <a:off x="8655898" y="1855755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7B8CA7C7-0859-468B-F6EE-545F1D83D5E8}"/>
              </a:ext>
            </a:extLst>
          </p:cNvPr>
          <p:cNvCxnSpPr>
            <a:cxnSpLocks/>
          </p:cNvCxnSpPr>
          <p:nvPr/>
        </p:nvCxnSpPr>
        <p:spPr>
          <a:xfrm>
            <a:off x="9168978" y="165170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0B4A8553-1471-116C-DA76-65C75EC36048}"/>
              </a:ext>
            </a:extLst>
          </p:cNvPr>
          <p:cNvCxnSpPr/>
          <p:nvPr/>
        </p:nvCxnSpPr>
        <p:spPr>
          <a:xfrm>
            <a:off x="9160512" y="165170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B46CE26-49EE-B7EF-E353-2F7B10303554}"/>
              </a:ext>
            </a:extLst>
          </p:cNvPr>
          <p:cNvCxnSpPr>
            <a:cxnSpLocks/>
          </p:cNvCxnSpPr>
          <p:nvPr/>
        </p:nvCxnSpPr>
        <p:spPr>
          <a:xfrm>
            <a:off x="9411126" y="164662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ECC904AF-22AC-175C-DCA2-6F495C733814}"/>
              </a:ext>
            </a:extLst>
          </p:cNvPr>
          <p:cNvCxnSpPr>
            <a:cxnSpLocks/>
          </p:cNvCxnSpPr>
          <p:nvPr/>
        </p:nvCxnSpPr>
        <p:spPr>
          <a:xfrm>
            <a:off x="9405198" y="1853639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446142CC-6855-2D16-385C-70B2D0A8C7C9}"/>
              </a:ext>
            </a:extLst>
          </p:cNvPr>
          <p:cNvCxnSpPr>
            <a:cxnSpLocks/>
          </p:cNvCxnSpPr>
          <p:nvPr/>
        </p:nvCxnSpPr>
        <p:spPr>
          <a:xfrm>
            <a:off x="9918277" y="1644936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31EA76B2-A9A2-C1B1-6FE5-137C81BC0D0D}"/>
              </a:ext>
            </a:extLst>
          </p:cNvPr>
          <p:cNvCxnSpPr/>
          <p:nvPr/>
        </p:nvCxnSpPr>
        <p:spPr>
          <a:xfrm>
            <a:off x="9909811" y="1644936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6DACA36B-46FE-56BB-9A67-EF5C44ACE562}"/>
              </a:ext>
            </a:extLst>
          </p:cNvPr>
          <p:cNvCxnSpPr>
            <a:cxnSpLocks/>
          </p:cNvCxnSpPr>
          <p:nvPr/>
        </p:nvCxnSpPr>
        <p:spPr>
          <a:xfrm>
            <a:off x="10160425" y="1639856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8B15771-CC60-DD02-57D8-4FD0C2669E32}"/>
              </a:ext>
            </a:extLst>
          </p:cNvPr>
          <p:cNvCxnSpPr>
            <a:cxnSpLocks/>
          </p:cNvCxnSpPr>
          <p:nvPr/>
        </p:nvCxnSpPr>
        <p:spPr>
          <a:xfrm>
            <a:off x="10154497" y="1846867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30535CCB-FBB2-9283-EF32-015F49E2F184}"/>
              </a:ext>
            </a:extLst>
          </p:cNvPr>
          <p:cNvCxnSpPr>
            <a:cxnSpLocks/>
          </p:cNvCxnSpPr>
          <p:nvPr/>
        </p:nvCxnSpPr>
        <p:spPr>
          <a:xfrm>
            <a:off x="10658264" y="164154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B16D52FE-78E0-66FE-CE1C-18389BADF0D8}"/>
              </a:ext>
            </a:extLst>
          </p:cNvPr>
          <p:cNvCxnSpPr/>
          <p:nvPr/>
        </p:nvCxnSpPr>
        <p:spPr>
          <a:xfrm>
            <a:off x="10666732" y="1649593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974BBA25-C972-D425-DF90-5536D16F5900}"/>
              </a:ext>
            </a:extLst>
          </p:cNvPr>
          <p:cNvCxnSpPr>
            <a:cxnSpLocks/>
          </p:cNvCxnSpPr>
          <p:nvPr/>
        </p:nvCxnSpPr>
        <p:spPr>
          <a:xfrm>
            <a:off x="8655898" y="2185955"/>
            <a:ext cx="75861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95EB42DB-4C29-B91D-1E1A-5927155AB4BC}"/>
              </a:ext>
            </a:extLst>
          </p:cNvPr>
          <p:cNvCxnSpPr>
            <a:cxnSpLocks/>
          </p:cNvCxnSpPr>
          <p:nvPr/>
        </p:nvCxnSpPr>
        <p:spPr>
          <a:xfrm>
            <a:off x="9414510" y="197936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>
            <a:extLst>
              <a:ext uri="{FF2B5EF4-FFF2-40B4-BE49-F238E27FC236}">
                <a16:creationId xmlns:a16="http://schemas.microsoft.com/office/drawing/2014/main" id="{E8F4E86A-ECD2-39F1-2F8A-557EB8C54A5E}"/>
              </a:ext>
            </a:extLst>
          </p:cNvPr>
          <p:cNvCxnSpPr/>
          <p:nvPr/>
        </p:nvCxnSpPr>
        <p:spPr>
          <a:xfrm>
            <a:off x="9406044" y="197936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7BDDC9A7-0F41-84D6-B5AC-E7CACC9F06B1}"/>
              </a:ext>
            </a:extLst>
          </p:cNvPr>
          <p:cNvCxnSpPr>
            <a:cxnSpLocks/>
          </p:cNvCxnSpPr>
          <p:nvPr/>
        </p:nvCxnSpPr>
        <p:spPr>
          <a:xfrm>
            <a:off x="9656658" y="197428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A1F36B5A-B973-5CE2-BA56-3C04A758F0CB}"/>
              </a:ext>
            </a:extLst>
          </p:cNvPr>
          <p:cNvCxnSpPr>
            <a:cxnSpLocks/>
          </p:cNvCxnSpPr>
          <p:nvPr/>
        </p:nvCxnSpPr>
        <p:spPr>
          <a:xfrm>
            <a:off x="9663432" y="2185955"/>
            <a:ext cx="49868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996071B4-F3BB-C685-BF9C-FB8467C9C0C9}"/>
              </a:ext>
            </a:extLst>
          </p:cNvPr>
          <p:cNvCxnSpPr>
            <a:cxnSpLocks/>
          </p:cNvCxnSpPr>
          <p:nvPr/>
        </p:nvCxnSpPr>
        <p:spPr>
          <a:xfrm>
            <a:off x="10162118" y="197936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F48DBD41-7207-EF90-DDC8-6B4B13923CE7}"/>
              </a:ext>
            </a:extLst>
          </p:cNvPr>
          <p:cNvCxnSpPr/>
          <p:nvPr/>
        </p:nvCxnSpPr>
        <p:spPr>
          <a:xfrm>
            <a:off x="10153652" y="1979368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AA13A054-9D05-8D6F-7EB2-6E4920C36942}"/>
              </a:ext>
            </a:extLst>
          </p:cNvPr>
          <p:cNvCxnSpPr>
            <a:cxnSpLocks/>
          </p:cNvCxnSpPr>
          <p:nvPr/>
        </p:nvCxnSpPr>
        <p:spPr>
          <a:xfrm>
            <a:off x="10404266" y="1974288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5C7C1933-481A-4DEB-3BE3-3AC534D505B8}"/>
              </a:ext>
            </a:extLst>
          </p:cNvPr>
          <p:cNvCxnSpPr>
            <a:cxnSpLocks/>
          </p:cNvCxnSpPr>
          <p:nvPr/>
        </p:nvCxnSpPr>
        <p:spPr>
          <a:xfrm>
            <a:off x="10404266" y="2185955"/>
            <a:ext cx="5122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BBC14130-0CEA-6686-76AA-14CD8A2C1F7C}"/>
              </a:ext>
            </a:extLst>
          </p:cNvPr>
          <p:cNvSpPr/>
          <p:nvPr/>
        </p:nvSpPr>
        <p:spPr>
          <a:xfrm>
            <a:off x="8509853" y="4234931"/>
            <a:ext cx="2539995" cy="135123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3D84D09B-B3D3-1A49-65F3-E62D77B7275D}"/>
              </a:ext>
            </a:extLst>
          </p:cNvPr>
          <p:cNvSpPr/>
          <p:nvPr/>
        </p:nvSpPr>
        <p:spPr>
          <a:xfrm>
            <a:off x="8655898" y="4351148"/>
            <a:ext cx="2260599" cy="109643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77DC779D-F76C-AECE-F472-75A6A6A359B9}"/>
              </a:ext>
            </a:extLst>
          </p:cNvPr>
          <p:cNvCxnSpPr>
            <a:cxnSpLocks/>
          </p:cNvCxnSpPr>
          <p:nvPr/>
        </p:nvCxnSpPr>
        <p:spPr>
          <a:xfrm>
            <a:off x="8655898" y="4672881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连接符 135">
            <a:extLst>
              <a:ext uri="{FF2B5EF4-FFF2-40B4-BE49-F238E27FC236}">
                <a16:creationId xmlns:a16="http://schemas.microsoft.com/office/drawing/2014/main" id="{3329C9D1-CE8D-24A9-7B49-DAD2F8B2A2DE}"/>
              </a:ext>
            </a:extLst>
          </p:cNvPr>
          <p:cNvCxnSpPr>
            <a:cxnSpLocks/>
          </p:cNvCxnSpPr>
          <p:nvPr/>
        </p:nvCxnSpPr>
        <p:spPr>
          <a:xfrm>
            <a:off x="8909898" y="446121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连接符 136">
            <a:extLst>
              <a:ext uri="{FF2B5EF4-FFF2-40B4-BE49-F238E27FC236}">
                <a16:creationId xmlns:a16="http://schemas.microsoft.com/office/drawing/2014/main" id="{26ED9B7B-98A7-A661-350B-918BC7DBB592}"/>
              </a:ext>
            </a:extLst>
          </p:cNvPr>
          <p:cNvCxnSpPr>
            <a:cxnSpLocks/>
          </p:cNvCxnSpPr>
          <p:nvPr/>
        </p:nvCxnSpPr>
        <p:spPr>
          <a:xfrm>
            <a:off x="8909898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26DF8F5A-B647-8C3A-2B24-B2E7B6F9B114}"/>
              </a:ext>
            </a:extLst>
          </p:cNvPr>
          <p:cNvCxnSpPr>
            <a:cxnSpLocks/>
          </p:cNvCxnSpPr>
          <p:nvPr/>
        </p:nvCxnSpPr>
        <p:spPr>
          <a:xfrm>
            <a:off x="9163898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连接符 138">
            <a:extLst>
              <a:ext uri="{FF2B5EF4-FFF2-40B4-BE49-F238E27FC236}">
                <a16:creationId xmlns:a16="http://schemas.microsoft.com/office/drawing/2014/main" id="{E7250827-6BD4-D040-B21C-8E325ED0F61E}"/>
              </a:ext>
            </a:extLst>
          </p:cNvPr>
          <p:cNvCxnSpPr>
            <a:cxnSpLocks/>
          </p:cNvCxnSpPr>
          <p:nvPr/>
        </p:nvCxnSpPr>
        <p:spPr>
          <a:xfrm>
            <a:off x="9155432" y="4672881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A7E08294-D3D0-82A3-DDFF-865F6876881C}"/>
              </a:ext>
            </a:extLst>
          </p:cNvPr>
          <p:cNvCxnSpPr>
            <a:cxnSpLocks/>
          </p:cNvCxnSpPr>
          <p:nvPr/>
        </p:nvCxnSpPr>
        <p:spPr>
          <a:xfrm>
            <a:off x="9409432" y="446121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连接符 140">
            <a:extLst>
              <a:ext uri="{FF2B5EF4-FFF2-40B4-BE49-F238E27FC236}">
                <a16:creationId xmlns:a16="http://schemas.microsoft.com/office/drawing/2014/main" id="{54D04C07-59D1-56CD-BBBD-0D19AAC22302}"/>
              </a:ext>
            </a:extLst>
          </p:cNvPr>
          <p:cNvCxnSpPr>
            <a:cxnSpLocks/>
          </p:cNvCxnSpPr>
          <p:nvPr/>
        </p:nvCxnSpPr>
        <p:spPr>
          <a:xfrm>
            <a:off x="9409432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连接符 141">
            <a:extLst>
              <a:ext uri="{FF2B5EF4-FFF2-40B4-BE49-F238E27FC236}">
                <a16:creationId xmlns:a16="http://schemas.microsoft.com/office/drawing/2014/main" id="{77D8BB06-62E1-5E19-17ED-2D8C1AC13170}"/>
              </a:ext>
            </a:extLst>
          </p:cNvPr>
          <p:cNvCxnSpPr>
            <a:cxnSpLocks/>
          </p:cNvCxnSpPr>
          <p:nvPr/>
        </p:nvCxnSpPr>
        <p:spPr>
          <a:xfrm>
            <a:off x="9663432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23A4247D-512C-5DAD-EFBB-47E26B7342FC}"/>
              </a:ext>
            </a:extLst>
          </p:cNvPr>
          <p:cNvCxnSpPr>
            <a:cxnSpLocks/>
          </p:cNvCxnSpPr>
          <p:nvPr/>
        </p:nvCxnSpPr>
        <p:spPr>
          <a:xfrm>
            <a:off x="9659198" y="4672881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AE91E93D-E626-AA4D-8501-A964B019AD17}"/>
              </a:ext>
            </a:extLst>
          </p:cNvPr>
          <p:cNvCxnSpPr>
            <a:cxnSpLocks/>
          </p:cNvCxnSpPr>
          <p:nvPr/>
        </p:nvCxnSpPr>
        <p:spPr>
          <a:xfrm>
            <a:off x="9913198" y="446121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0E5F33C2-4F8F-4FBD-54CF-CFB47FFA6D53}"/>
              </a:ext>
            </a:extLst>
          </p:cNvPr>
          <p:cNvCxnSpPr>
            <a:cxnSpLocks/>
          </p:cNvCxnSpPr>
          <p:nvPr/>
        </p:nvCxnSpPr>
        <p:spPr>
          <a:xfrm>
            <a:off x="9913198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连接符 145">
            <a:extLst>
              <a:ext uri="{FF2B5EF4-FFF2-40B4-BE49-F238E27FC236}">
                <a16:creationId xmlns:a16="http://schemas.microsoft.com/office/drawing/2014/main" id="{427C048A-5BC4-E687-0AA9-52F8DC4A1205}"/>
              </a:ext>
            </a:extLst>
          </p:cNvPr>
          <p:cNvCxnSpPr>
            <a:cxnSpLocks/>
          </p:cNvCxnSpPr>
          <p:nvPr/>
        </p:nvCxnSpPr>
        <p:spPr>
          <a:xfrm>
            <a:off x="10167198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C7FF3BE9-BB30-B58C-6A02-7198E153155E}"/>
              </a:ext>
            </a:extLst>
          </p:cNvPr>
          <p:cNvCxnSpPr>
            <a:cxnSpLocks/>
          </p:cNvCxnSpPr>
          <p:nvPr/>
        </p:nvCxnSpPr>
        <p:spPr>
          <a:xfrm>
            <a:off x="10158732" y="4672881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6B644531-0B1F-D265-4887-6D84237DBD3A}"/>
              </a:ext>
            </a:extLst>
          </p:cNvPr>
          <p:cNvCxnSpPr>
            <a:cxnSpLocks/>
          </p:cNvCxnSpPr>
          <p:nvPr/>
        </p:nvCxnSpPr>
        <p:spPr>
          <a:xfrm>
            <a:off x="10412732" y="446121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60F1DA32-72DF-3C07-C39C-8C88C78A5B00}"/>
              </a:ext>
            </a:extLst>
          </p:cNvPr>
          <p:cNvCxnSpPr>
            <a:cxnSpLocks/>
          </p:cNvCxnSpPr>
          <p:nvPr/>
        </p:nvCxnSpPr>
        <p:spPr>
          <a:xfrm>
            <a:off x="10412732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连接符 149">
            <a:extLst>
              <a:ext uri="{FF2B5EF4-FFF2-40B4-BE49-F238E27FC236}">
                <a16:creationId xmlns:a16="http://schemas.microsoft.com/office/drawing/2014/main" id="{4B0664F1-8EA9-F50C-4576-7BCDBFA85DC3}"/>
              </a:ext>
            </a:extLst>
          </p:cNvPr>
          <p:cNvCxnSpPr>
            <a:cxnSpLocks/>
          </p:cNvCxnSpPr>
          <p:nvPr/>
        </p:nvCxnSpPr>
        <p:spPr>
          <a:xfrm>
            <a:off x="10666732" y="446121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>
            <a:extLst>
              <a:ext uri="{FF2B5EF4-FFF2-40B4-BE49-F238E27FC236}">
                <a16:creationId xmlns:a16="http://schemas.microsoft.com/office/drawing/2014/main" id="{BF29F6D7-DC0B-A0AF-EBE3-1AF4D9ECACF5}"/>
              </a:ext>
            </a:extLst>
          </p:cNvPr>
          <p:cNvCxnSpPr>
            <a:cxnSpLocks/>
          </p:cNvCxnSpPr>
          <p:nvPr/>
        </p:nvCxnSpPr>
        <p:spPr>
          <a:xfrm>
            <a:off x="10662497" y="4672881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D74334C0-E164-992C-8A44-0CF244A6458C}"/>
              </a:ext>
            </a:extLst>
          </p:cNvPr>
          <p:cNvCxnSpPr>
            <a:cxnSpLocks/>
          </p:cNvCxnSpPr>
          <p:nvPr/>
        </p:nvCxnSpPr>
        <p:spPr>
          <a:xfrm>
            <a:off x="8655898" y="5004351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C85D141F-AFE6-BBA2-0832-8A31015C6D67}"/>
              </a:ext>
            </a:extLst>
          </p:cNvPr>
          <p:cNvCxnSpPr>
            <a:cxnSpLocks/>
          </p:cNvCxnSpPr>
          <p:nvPr/>
        </p:nvCxnSpPr>
        <p:spPr>
          <a:xfrm>
            <a:off x="9168978" y="480030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732A443C-7F7D-D1E3-DDFD-26179684B03C}"/>
              </a:ext>
            </a:extLst>
          </p:cNvPr>
          <p:cNvCxnSpPr>
            <a:cxnSpLocks/>
          </p:cNvCxnSpPr>
          <p:nvPr/>
        </p:nvCxnSpPr>
        <p:spPr>
          <a:xfrm>
            <a:off x="9160512" y="480030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连接符 154">
            <a:extLst>
              <a:ext uri="{FF2B5EF4-FFF2-40B4-BE49-F238E27FC236}">
                <a16:creationId xmlns:a16="http://schemas.microsoft.com/office/drawing/2014/main" id="{E902A2A7-3905-E131-C1DF-65B62D8C0C09}"/>
              </a:ext>
            </a:extLst>
          </p:cNvPr>
          <p:cNvCxnSpPr>
            <a:cxnSpLocks/>
          </p:cNvCxnSpPr>
          <p:nvPr/>
        </p:nvCxnSpPr>
        <p:spPr>
          <a:xfrm>
            <a:off x="9411126" y="479522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E2C5ADE1-8D80-68E2-BDA9-A6251C0F5241}"/>
              </a:ext>
            </a:extLst>
          </p:cNvPr>
          <p:cNvCxnSpPr>
            <a:cxnSpLocks/>
          </p:cNvCxnSpPr>
          <p:nvPr/>
        </p:nvCxnSpPr>
        <p:spPr>
          <a:xfrm>
            <a:off x="9405198" y="5002235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436CC983-22DE-0798-9432-F167554B744F}"/>
              </a:ext>
            </a:extLst>
          </p:cNvPr>
          <p:cNvCxnSpPr>
            <a:cxnSpLocks/>
          </p:cNvCxnSpPr>
          <p:nvPr/>
        </p:nvCxnSpPr>
        <p:spPr>
          <a:xfrm>
            <a:off x="9918277" y="4793532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4A2C6BF0-5FFE-86A3-8A3A-EEC668AAB7CC}"/>
              </a:ext>
            </a:extLst>
          </p:cNvPr>
          <p:cNvCxnSpPr>
            <a:cxnSpLocks/>
          </p:cNvCxnSpPr>
          <p:nvPr/>
        </p:nvCxnSpPr>
        <p:spPr>
          <a:xfrm>
            <a:off x="9909811" y="4793532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FC50F17B-D00D-C789-C27A-F22D96FBDE6C}"/>
              </a:ext>
            </a:extLst>
          </p:cNvPr>
          <p:cNvCxnSpPr>
            <a:cxnSpLocks/>
          </p:cNvCxnSpPr>
          <p:nvPr/>
        </p:nvCxnSpPr>
        <p:spPr>
          <a:xfrm>
            <a:off x="10160425" y="4788452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3964B40C-5BDE-E5FF-6B1D-F7D0ADB864C1}"/>
              </a:ext>
            </a:extLst>
          </p:cNvPr>
          <p:cNvCxnSpPr>
            <a:cxnSpLocks/>
          </p:cNvCxnSpPr>
          <p:nvPr/>
        </p:nvCxnSpPr>
        <p:spPr>
          <a:xfrm>
            <a:off x="10154497" y="4995463"/>
            <a:ext cx="5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接连接符 160">
            <a:extLst>
              <a:ext uri="{FF2B5EF4-FFF2-40B4-BE49-F238E27FC236}">
                <a16:creationId xmlns:a16="http://schemas.microsoft.com/office/drawing/2014/main" id="{14A26946-9CBD-3E4A-76F3-20ACEBE9AA01}"/>
              </a:ext>
            </a:extLst>
          </p:cNvPr>
          <p:cNvCxnSpPr>
            <a:cxnSpLocks/>
          </p:cNvCxnSpPr>
          <p:nvPr/>
        </p:nvCxnSpPr>
        <p:spPr>
          <a:xfrm>
            <a:off x="10658264" y="479014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5A2928D3-357A-A9DD-B079-5C121C7BF927}"/>
              </a:ext>
            </a:extLst>
          </p:cNvPr>
          <p:cNvCxnSpPr>
            <a:cxnSpLocks/>
          </p:cNvCxnSpPr>
          <p:nvPr/>
        </p:nvCxnSpPr>
        <p:spPr>
          <a:xfrm>
            <a:off x="10666732" y="4798189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3C832A7E-DD38-926C-9D58-35DB90E42E2D}"/>
              </a:ext>
            </a:extLst>
          </p:cNvPr>
          <p:cNvCxnSpPr>
            <a:cxnSpLocks/>
          </p:cNvCxnSpPr>
          <p:nvPr/>
        </p:nvCxnSpPr>
        <p:spPr>
          <a:xfrm>
            <a:off x="8655898" y="5334551"/>
            <a:ext cx="150452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直接连接符 167">
            <a:extLst>
              <a:ext uri="{FF2B5EF4-FFF2-40B4-BE49-F238E27FC236}">
                <a16:creationId xmlns:a16="http://schemas.microsoft.com/office/drawing/2014/main" id="{CC27ED13-4491-6208-A929-37E4F551E5D3}"/>
              </a:ext>
            </a:extLst>
          </p:cNvPr>
          <p:cNvCxnSpPr>
            <a:cxnSpLocks/>
          </p:cNvCxnSpPr>
          <p:nvPr/>
        </p:nvCxnSpPr>
        <p:spPr>
          <a:xfrm>
            <a:off x="10162118" y="512796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>
            <a:extLst>
              <a:ext uri="{FF2B5EF4-FFF2-40B4-BE49-F238E27FC236}">
                <a16:creationId xmlns:a16="http://schemas.microsoft.com/office/drawing/2014/main" id="{5ADCBBF6-540F-65C1-C2BD-B457338C00E9}"/>
              </a:ext>
            </a:extLst>
          </p:cNvPr>
          <p:cNvCxnSpPr>
            <a:cxnSpLocks/>
          </p:cNvCxnSpPr>
          <p:nvPr/>
        </p:nvCxnSpPr>
        <p:spPr>
          <a:xfrm>
            <a:off x="10153652" y="5127964"/>
            <a:ext cx="254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0A5C17DE-40F1-18B1-6A77-CFB156814C3C}"/>
              </a:ext>
            </a:extLst>
          </p:cNvPr>
          <p:cNvCxnSpPr>
            <a:cxnSpLocks/>
          </p:cNvCxnSpPr>
          <p:nvPr/>
        </p:nvCxnSpPr>
        <p:spPr>
          <a:xfrm>
            <a:off x="10404266" y="5122884"/>
            <a:ext cx="0" cy="211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EBD32F5E-5F79-EF3C-CAA1-F31129257642}"/>
              </a:ext>
            </a:extLst>
          </p:cNvPr>
          <p:cNvCxnSpPr>
            <a:cxnSpLocks/>
          </p:cNvCxnSpPr>
          <p:nvPr/>
        </p:nvCxnSpPr>
        <p:spPr>
          <a:xfrm>
            <a:off x="10404266" y="5334551"/>
            <a:ext cx="51223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007EC0B1-BE5F-48D1-BE55-E142A070E720}"/>
                  </a:ext>
                </a:extLst>
              </p:cNvPr>
              <p:cNvSpPr txBox="1"/>
              <p:nvPr/>
            </p:nvSpPr>
            <p:spPr>
              <a:xfrm>
                <a:off x="9298462" y="2460850"/>
                <a:ext cx="96277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/>
                  <a:t>波形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0" name="文本框 209">
                <a:extLst>
                  <a:ext uri="{FF2B5EF4-FFF2-40B4-BE49-F238E27FC236}">
                    <a16:creationId xmlns:a16="http://schemas.microsoft.com/office/drawing/2014/main" id="{007EC0B1-BE5F-48D1-BE55-E142A070E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462" y="2460850"/>
                <a:ext cx="962773" cy="369332"/>
              </a:xfrm>
              <a:prstGeom prst="rect">
                <a:avLst/>
              </a:prstGeom>
              <a:blipFill>
                <a:blip r:embed="rId3"/>
                <a:stretch>
                  <a:fillRect l="-3165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F7F787D0-24D2-973D-FD88-7498BDF5886B}"/>
              </a:ext>
            </a:extLst>
          </p:cNvPr>
          <p:cNvCxnSpPr/>
          <p:nvPr/>
        </p:nvCxnSpPr>
        <p:spPr>
          <a:xfrm>
            <a:off x="7973896" y="1765724"/>
            <a:ext cx="535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箭头连接符 212">
            <a:extLst>
              <a:ext uri="{FF2B5EF4-FFF2-40B4-BE49-F238E27FC236}">
                <a16:creationId xmlns:a16="http://schemas.microsoft.com/office/drawing/2014/main" id="{AF21CB65-CFED-48E6-CD8C-1412C053D25C}"/>
              </a:ext>
            </a:extLst>
          </p:cNvPr>
          <p:cNvCxnSpPr/>
          <p:nvPr/>
        </p:nvCxnSpPr>
        <p:spPr>
          <a:xfrm>
            <a:off x="7973896" y="4910548"/>
            <a:ext cx="53595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FA6F54CB-FF1C-AC46-36FE-02823E0D8832}"/>
                  </a:ext>
                </a:extLst>
              </p:cNvPr>
              <p:cNvSpPr txBox="1"/>
              <p:nvPr/>
            </p:nvSpPr>
            <p:spPr>
              <a:xfrm>
                <a:off x="541864" y="1616034"/>
                <a:ext cx="7294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14" name="文本框 213">
                <a:extLst>
                  <a:ext uri="{FF2B5EF4-FFF2-40B4-BE49-F238E27FC236}">
                    <a16:creationId xmlns:a16="http://schemas.microsoft.com/office/drawing/2014/main" id="{FA6F54CB-FF1C-AC46-36FE-02823E0D8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64" y="1616034"/>
                <a:ext cx="729404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D8B28C7B-E3E8-2CD2-B517-5C2CE6479BDF}"/>
                  </a:ext>
                </a:extLst>
              </p:cNvPr>
              <p:cNvSpPr txBox="1"/>
              <p:nvPr/>
            </p:nvSpPr>
            <p:spPr>
              <a:xfrm>
                <a:off x="572242" y="4742963"/>
                <a:ext cx="7294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215" name="文本框 214">
                <a:extLst>
                  <a:ext uri="{FF2B5EF4-FFF2-40B4-BE49-F238E27FC236}">
                    <a16:creationId xmlns:a16="http://schemas.microsoft.com/office/drawing/2014/main" id="{D8B28C7B-E3E8-2CD2-B517-5C2CE6479B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242" y="4742963"/>
                <a:ext cx="72940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6" name="文本框 215">
            <a:extLst>
              <a:ext uri="{FF2B5EF4-FFF2-40B4-BE49-F238E27FC236}">
                <a16:creationId xmlns:a16="http://schemas.microsoft.com/office/drawing/2014/main" id="{2E7CD9FD-DBA1-FB65-9382-779D09588D2B}"/>
              </a:ext>
            </a:extLst>
          </p:cNvPr>
          <p:cNvSpPr txBox="1"/>
          <p:nvPr/>
        </p:nvSpPr>
        <p:spPr>
          <a:xfrm>
            <a:off x="1156046" y="6246437"/>
            <a:ext cx="2738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微架构状态设置程序变体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477ECEB3-EB0F-39D2-6580-9318A1A37981}"/>
                  </a:ext>
                </a:extLst>
              </p:cNvPr>
              <p:cNvSpPr txBox="1"/>
              <p:nvPr/>
            </p:nvSpPr>
            <p:spPr>
              <a:xfrm>
                <a:off x="9259149" y="5586165"/>
                <a:ext cx="1041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/>
                  <a:t>波形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7" name="文本框 216">
                <a:extLst>
                  <a:ext uri="{FF2B5EF4-FFF2-40B4-BE49-F238E27FC236}">
                    <a16:creationId xmlns:a16="http://schemas.microsoft.com/office/drawing/2014/main" id="{477ECEB3-EB0F-39D2-6580-9318A1A37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9149" y="5586165"/>
                <a:ext cx="1041400" cy="369332"/>
              </a:xfrm>
              <a:prstGeom prst="rect">
                <a:avLst/>
              </a:prstGeom>
              <a:blipFill>
                <a:blip r:embed="rId6"/>
                <a:stretch>
                  <a:fillRect l="-2339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23A4C657-F013-40C0-8FC8-C70CCD119091}"/>
              </a:ext>
            </a:extLst>
          </p:cNvPr>
          <p:cNvSpPr txBox="1"/>
          <p:nvPr/>
        </p:nvSpPr>
        <p:spPr>
          <a:xfrm>
            <a:off x="1361628" y="3691893"/>
            <a:ext cx="230134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text: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addi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t0, t0, 1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fdiv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a0, a4, a5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...</a:t>
            </a:r>
          </a:p>
          <a:p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j </a:t>
            </a:r>
            <a:r>
              <a:rPr lang="en-US" altLang="zh-CN" sz="1600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formal_entry</a:t>
            </a:r>
            <a:endParaRPr lang="en-US" altLang="zh-CN" sz="1600" dirty="0"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data: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...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secret:</a:t>
            </a:r>
          </a:p>
          <a:p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  </a:t>
            </a:r>
            <a:r>
              <a:rPr lang="en-US" altLang="zh-CN" sz="16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.</a:t>
            </a:r>
            <a:r>
              <a:rPr lang="en-US" altLang="zh-CN" sz="160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byte </a:t>
            </a:r>
            <a:r>
              <a:rPr lang="en-US" altLang="zh-CN" sz="1600" b="1">
                <a:solidFill>
                  <a:srgbClr val="FF0000"/>
                </a:solidFill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0x1</a:t>
            </a:r>
            <a:endParaRPr lang="en-US" altLang="zh-CN" sz="1600" b="1" dirty="0">
              <a:solidFill>
                <a:srgbClr val="FF0000"/>
              </a:solidFill>
              <a:latin typeface="Cascadia Code Light" panose="020B0609020000020004" pitchFamily="49" charset="0"/>
              <a:ea typeface="Cascadia Code Light" panose="020B0609020000020004" pitchFamily="49" charset="0"/>
              <a:cs typeface="Cascadia Code Light" panose="020B0609020000020004" pitchFamily="49" charset="0"/>
            </a:endParaRPr>
          </a:p>
          <a:p>
            <a:r>
              <a:rPr lang="en-US" altLang="zh-CN" sz="1600" b="1" dirty="0" err="1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formal_entry</a:t>
            </a:r>
            <a:r>
              <a:rPr lang="en-US" altLang="zh-CN" sz="1600" b="1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:</a:t>
            </a:r>
            <a:endParaRPr lang="zh-CN" altLang="en-US" sz="1600" b="1" dirty="0">
              <a:latin typeface="Cascadia Code Light" panose="020B0609020000020004" pitchFamily="49" charset="0"/>
              <a:cs typeface="Cascadia Code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414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100</Words>
  <Application>Microsoft Office PowerPoint</Application>
  <PresentationFormat>宽屏</PresentationFormat>
  <Paragraphs>32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Cascadia Code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Xingzhi Zhang</dc:creator>
  <cp:lastModifiedBy>Xingzhi Zhang</cp:lastModifiedBy>
  <cp:revision>37</cp:revision>
  <dcterms:created xsi:type="dcterms:W3CDTF">2026-03-09T16:25:44Z</dcterms:created>
  <dcterms:modified xsi:type="dcterms:W3CDTF">2026-03-10T03:11:57Z</dcterms:modified>
</cp:coreProperties>
</file>