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1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970DB7-02B4-4BEE-8620-9614CE913B9E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B8EFB4-DF36-4683-B22E-999905BD5E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1803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B8EFB4-DF36-4683-B22E-999905BD5E8D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4275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C8ABC4-8B0F-D812-89FB-2DC3240DA8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BE48AFA-E2E6-F54C-B8B7-EAD4888F66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FD7106-6D2D-6B7B-179A-919C82025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E8105A5-CF3D-A624-AD87-5FBFB657E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8538D3-A17B-28B9-A04B-0C6E34D36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143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0676B0-10A9-923F-FE21-600969EA0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D2CCA72-7D6F-D8A0-4E53-E2F4C453F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F41DAAC-F58E-1681-456F-B4E8788392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8A66F90-83F3-8DA6-D709-E7E7EDAFFE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0FA5B95-605D-EFFE-7EEF-FBCF8098F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788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DED9A5-31BE-9E14-51C9-60BB38E923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E4A539-7C25-8E24-7474-1F157FB88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75D730-7760-24AD-E803-866C9C23F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F945C0C-AE83-3759-7AC4-FB541D6E2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266A91-8C6F-8FF9-48F6-DBD42D15D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2989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7167E01-6F9C-6B36-ECC8-FD896F89F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9778CBE-0BC2-8B98-FA0B-638844DAFE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8E089F1-075E-BA61-E253-74FD88628A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EA45371-BF59-AD1A-7553-4E65517D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147DD8-2E7E-7E1A-D125-4A97EDFF17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6FCCC6-1580-5CB5-2971-7B5DBF75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99774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F5168D-C33F-60BF-732A-1A4EB9BE7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67840AE-28E3-A77B-4512-856D0D0383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8DA6669-4C69-224A-6740-7946B455A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EB4FD74-D72D-0475-E8EB-EB75A4C18E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9523204-ED3B-2B45-62C7-C2A135B1533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39AD327-E1B0-6C42-3699-2EB0B94E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50808E9-ADB8-EC09-72A7-99EE50385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5C1316F-6E7D-6974-B10F-459F8B961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503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ECFEDA-B0CB-7F91-3291-4CFBD0E49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2AA3004-2FB7-91A7-614A-40B9D9D192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BA8D760-215A-B350-3BFB-1908B5FA6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08EA1D6-6B9A-693B-1FFF-0F3BF1960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9647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D1902D5-B5C6-3848-ECF9-4B1E5BA36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9D007E6-371F-6A29-F6AC-011056725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C5F041-06E4-3DCE-D74B-E5D6178A2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014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27D19B-9AFE-3A18-48E4-3488389A0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F76D9C1-3087-FD5F-4E48-740C37CA3A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DD89E3F-A15A-C4D5-3C6D-CF29674527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026103C-9E62-8F09-D55F-48F1137BE0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AAF9CD4-C1C8-DA59-E6B1-41FC38C47E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A56DF77-33A8-44AB-FE2F-C322F1068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30810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378ECE0-E0AD-9F53-9C23-2496A3500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BF0A9E9-F729-B19B-2DBB-6E391000790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93ABA72-1114-599D-95EF-AC7595ADF3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2187B0-0BA7-4B6C-FE05-477AC017D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916E5D-1F63-16C0-EA44-26AFBDB56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10DD35C-AEDC-F481-D285-DF1ACF42E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01712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1A9231-F1BE-B815-0F52-5DCFF2C6E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BB9F123-4794-F1C8-0BF1-A1D155A249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6204A5-E723-4406-DC43-6BE563B1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F7CCF73-F237-6DFD-3635-371E258B3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015240-FFC0-62DC-5A74-FA6F22E4D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9523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0AFDEE5-ACCC-A8F9-AB62-F3919A5E640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AA5CE84-8112-52FA-A0D7-1C637F712B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4980FA6-AE31-70AA-6E78-33523BE9C3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ED6F5F-8DC5-1333-78A8-19CAB47D2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E83714-AA8E-8E61-F08A-B29924ACE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58883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FFB5DF0-9FC2-1CCB-DCFF-5C6F73F7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0C5A3D-3DDB-836F-4058-FCA1CC3068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EDB6B71-EF19-20D5-3BB6-9C8986E7B2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8D6836-B624-4DA9-B5B6-545033C9EEE0}" type="datetimeFigureOut">
              <a:rPr lang="zh-CN" altLang="en-US" smtClean="0"/>
              <a:t>2026/3/15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C43464-8271-4FD5-7EF3-7A0944D1AA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1BE4057-D747-CBDA-9ECD-C5E9924737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4368F1-F2BB-4F1E-9D0A-643F57E01AE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3743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: 折角 45">
            <a:extLst>
              <a:ext uri="{FF2B5EF4-FFF2-40B4-BE49-F238E27FC236}">
                <a16:creationId xmlns:a16="http://schemas.microsoft.com/office/drawing/2014/main" id="{92218047-A8D3-76B0-C75E-142C24437C05}"/>
              </a:ext>
            </a:extLst>
          </p:cNvPr>
          <p:cNvSpPr/>
          <p:nvPr/>
        </p:nvSpPr>
        <p:spPr>
          <a:xfrm>
            <a:off x="3399497" y="3893892"/>
            <a:ext cx="1709786" cy="1963393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279E8166-46E1-ADB9-D175-964F24ADC47F}"/>
              </a:ext>
            </a:extLst>
          </p:cNvPr>
          <p:cNvSpPr/>
          <p:nvPr/>
        </p:nvSpPr>
        <p:spPr>
          <a:xfrm>
            <a:off x="5573184" y="2410882"/>
            <a:ext cx="1921209" cy="184213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8358A43-162C-7978-731A-F509C2CEAEFD}"/>
              </a:ext>
            </a:extLst>
          </p:cNvPr>
          <p:cNvSpPr/>
          <p:nvPr/>
        </p:nvSpPr>
        <p:spPr>
          <a:xfrm>
            <a:off x="5876913" y="3631620"/>
            <a:ext cx="1274619" cy="52454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处理器核心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DCD9D59-A021-4EF2-0C76-8EEEB9CE1157}"/>
              </a:ext>
            </a:extLst>
          </p:cNvPr>
          <p:cNvSpPr/>
          <p:nvPr/>
        </p:nvSpPr>
        <p:spPr>
          <a:xfrm>
            <a:off x="5793317" y="3144137"/>
            <a:ext cx="1481021" cy="25518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AXI </a:t>
            </a:r>
            <a:r>
              <a:rPr lang="zh-CN" altLang="en-US" sz="1600" dirty="0">
                <a:solidFill>
                  <a:schemeClr val="tx1"/>
                </a:solidFill>
              </a:rPr>
              <a:t>总线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5657C-FDC1-EC26-72DE-4FFEF0676B84}"/>
              </a:ext>
            </a:extLst>
          </p:cNvPr>
          <p:cNvSpPr/>
          <p:nvPr/>
        </p:nvSpPr>
        <p:spPr>
          <a:xfrm>
            <a:off x="6582451" y="2559311"/>
            <a:ext cx="673483" cy="3583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串口</a:t>
            </a:r>
          </a:p>
        </p:txBody>
      </p:sp>
      <p:sp>
        <p:nvSpPr>
          <p:cNvPr id="17" name="箭头: 上下 16">
            <a:extLst>
              <a:ext uri="{FF2B5EF4-FFF2-40B4-BE49-F238E27FC236}">
                <a16:creationId xmlns:a16="http://schemas.microsoft.com/office/drawing/2014/main" id="{CCDE6E10-7D64-97B0-2904-C306474703B6}"/>
              </a:ext>
            </a:extLst>
          </p:cNvPr>
          <p:cNvSpPr/>
          <p:nvPr/>
        </p:nvSpPr>
        <p:spPr>
          <a:xfrm>
            <a:off x="6438647" y="3409057"/>
            <a:ext cx="123533" cy="206983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箭头: 上下 17">
            <a:extLst>
              <a:ext uri="{FF2B5EF4-FFF2-40B4-BE49-F238E27FC236}">
                <a16:creationId xmlns:a16="http://schemas.microsoft.com/office/drawing/2014/main" id="{8B43DA25-EA57-3AA2-C329-1884E9F8A06A}"/>
              </a:ext>
            </a:extLst>
          </p:cNvPr>
          <p:cNvSpPr/>
          <p:nvPr/>
        </p:nvSpPr>
        <p:spPr>
          <a:xfrm>
            <a:off x="6857425" y="2921866"/>
            <a:ext cx="123533" cy="208653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ED7E06-E0C0-0334-BE0E-D0A2C613598A}"/>
              </a:ext>
            </a:extLst>
          </p:cNvPr>
          <p:cNvSpPr/>
          <p:nvPr/>
        </p:nvSpPr>
        <p:spPr>
          <a:xfrm>
            <a:off x="5793317" y="2559311"/>
            <a:ext cx="645329" cy="362555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dirty="0">
                <a:solidFill>
                  <a:schemeClr val="tx1"/>
                </a:solidFill>
              </a:rPr>
              <a:t>内存</a:t>
            </a:r>
          </a:p>
        </p:txBody>
      </p:sp>
      <p:sp>
        <p:nvSpPr>
          <p:cNvPr id="20" name="箭头: 上下 19">
            <a:extLst>
              <a:ext uri="{FF2B5EF4-FFF2-40B4-BE49-F238E27FC236}">
                <a16:creationId xmlns:a16="http://schemas.microsoft.com/office/drawing/2014/main" id="{55B300F2-DDCA-50E2-A29C-729EE0CB7293}"/>
              </a:ext>
            </a:extLst>
          </p:cNvPr>
          <p:cNvSpPr/>
          <p:nvPr/>
        </p:nvSpPr>
        <p:spPr>
          <a:xfrm>
            <a:off x="6034991" y="2927791"/>
            <a:ext cx="123533" cy="202728"/>
          </a:xfrm>
          <a:prstGeom prst="upDownArrow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19AB6C7-C295-7D3F-E9CA-68484972BCEF}"/>
              </a:ext>
            </a:extLst>
          </p:cNvPr>
          <p:cNvSpPr txBox="1"/>
          <p:nvPr/>
        </p:nvSpPr>
        <p:spPr>
          <a:xfrm>
            <a:off x="3174872" y="2860514"/>
            <a:ext cx="2161632" cy="3385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微架构状态设置程序本体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5F59EF5-31CE-4601-153C-6A7D4C0F8DE6}"/>
              </a:ext>
            </a:extLst>
          </p:cNvPr>
          <p:cNvSpPr txBox="1"/>
          <p:nvPr/>
        </p:nvSpPr>
        <p:spPr>
          <a:xfrm>
            <a:off x="5905066" y="4285260"/>
            <a:ext cx="12746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SoC</a:t>
            </a:r>
            <a:endParaRPr lang="zh-CN" altLang="en-US" sz="2000" dirty="0"/>
          </a:p>
        </p:txBody>
      </p:sp>
      <p:cxnSp>
        <p:nvCxnSpPr>
          <p:cNvPr id="25" name="直接连接符 24">
            <a:extLst>
              <a:ext uri="{FF2B5EF4-FFF2-40B4-BE49-F238E27FC236}">
                <a16:creationId xmlns:a16="http://schemas.microsoft.com/office/drawing/2014/main" id="{AF1E82C9-81D1-FC8B-C126-98EBA4172C42}"/>
              </a:ext>
            </a:extLst>
          </p:cNvPr>
          <p:cNvCxnSpPr>
            <a:cxnSpLocks/>
          </p:cNvCxnSpPr>
          <p:nvPr/>
        </p:nvCxnSpPr>
        <p:spPr>
          <a:xfrm>
            <a:off x="5122354" y="1887638"/>
            <a:ext cx="2252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F2FE0BA2-6422-135A-3979-349CC89FA5FA}"/>
              </a:ext>
            </a:extLst>
          </p:cNvPr>
          <p:cNvCxnSpPr>
            <a:cxnSpLocks/>
          </p:cNvCxnSpPr>
          <p:nvPr/>
        </p:nvCxnSpPr>
        <p:spPr>
          <a:xfrm>
            <a:off x="5331494" y="1887638"/>
            <a:ext cx="0" cy="297510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293C2DEF-DB0F-0823-35FF-4EF83AFE158B}"/>
              </a:ext>
            </a:extLst>
          </p:cNvPr>
          <p:cNvCxnSpPr>
            <a:cxnSpLocks/>
          </p:cNvCxnSpPr>
          <p:nvPr/>
        </p:nvCxnSpPr>
        <p:spPr>
          <a:xfrm>
            <a:off x="5132833" y="4849055"/>
            <a:ext cx="18500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65A152D7-0076-F271-D8F3-BBD11A8BF844}"/>
              </a:ext>
            </a:extLst>
          </p:cNvPr>
          <p:cNvCxnSpPr>
            <a:cxnSpLocks/>
          </p:cNvCxnSpPr>
          <p:nvPr/>
        </p:nvCxnSpPr>
        <p:spPr>
          <a:xfrm>
            <a:off x="5347579" y="3324855"/>
            <a:ext cx="23365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D083741-FA81-B3F5-D387-1AEE82AC3BB7}"/>
              </a:ext>
            </a:extLst>
          </p:cNvPr>
          <p:cNvCxnSpPr>
            <a:cxnSpLocks/>
          </p:cNvCxnSpPr>
          <p:nvPr/>
        </p:nvCxnSpPr>
        <p:spPr>
          <a:xfrm>
            <a:off x="7482943" y="3331744"/>
            <a:ext cx="21888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A794433A-6A39-435D-1284-FD9EDCF82941}"/>
              </a:ext>
            </a:extLst>
          </p:cNvPr>
          <p:cNvCxnSpPr>
            <a:cxnSpLocks/>
          </p:cNvCxnSpPr>
          <p:nvPr/>
        </p:nvCxnSpPr>
        <p:spPr>
          <a:xfrm>
            <a:off x="7701826" y="1836645"/>
            <a:ext cx="0" cy="314482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 37">
            <a:extLst>
              <a:ext uri="{FF2B5EF4-FFF2-40B4-BE49-F238E27FC236}">
                <a16:creationId xmlns:a16="http://schemas.microsoft.com/office/drawing/2014/main" id="{F54E4CF6-D1EB-EF10-0591-D4D83BE8950A}"/>
              </a:ext>
            </a:extLst>
          </p:cNvPr>
          <p:cNvSpPr/>
          <p:nvPr/>
        </p:nvSpPr>
        <p:spPr>
          <a:xfrm>
            <a:off x="7951593" y="1215972"/>
            <a:ext cx="1897046" cy="125193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236BDD6-445F-D4D6-C2A8-E8153535C2BE}"/>
              </a:ext>
            </a:extLst>
          </p:cNvPr>
          <p:cNvSpPr/>
          <p:nvPr/>
        </p:nvSpPr>
        <p:spPr>
          <a:xfrm>
            <a:off x="8019975" y="1294506"/>
            <a:ext cx="1756833" cy="10964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43" name="直接连接符 42">
            <a:extLst>
              <a:ext uri="{FF2B5EF4-FFF2-40B4-BE49-F238E27FC236}">
                <a16:creationId xmlns:a16="http://schemas.microsoft.com/office/drawing/2014/main" id="{4AC09D5F-396E-2CA3-5D18-8B40FAB0863B}"/>
              </a:ext>
            </a:extLst>
          </p:cNvPr>
          <p:cNvCxnSpPr/>
          <p:nvPr/>
        </p:nvCxnSpPr>
        <p:spPr>
          <a:xfrm>
            <a:off x="8019974" y="161524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>
            <a:extLst>
              <a:ext uri="{FF2B5EF4-FFF2-40B4-BE49-F238E27FC236}">
                <a16:creationId xmlns:a16="http://schemas.microsoft.com/office/drawing/2014/main" id="{D5E45F25-2D6C-79DF-A790-A7B8DEC4A061}"/>
              </a:ext>
            </a:extLst>
          </p:cNvPr>
          <p:cNvCxnSpPr/>
          <p:nvPr/>
        </p:nvCxnSpPr>
        <p:spPr>
          <a:xfrm>
            <a:off x="8273974" y="140357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59D7B22D-1D7C-ACD8-9012-9E0071A3C621}"/>
              </a:ext>
            </a:extLst>
          </p:cNvPr>
          <p:cNvCxnSpPr>
            <a:cxnSpLocks/>
          </p:cNvCxnSpPr>
          <p:nvPr/>
        </p:nvCxnSpPr>
        <p:spPr>
          <a:xfrm>
            <a:off x="8273974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53AAE045-B7D9-28E1-5C5D-489CC7683054}"/>
              </a:ext>
            </a:extLst>
          </p:cNvPr>
          <p:cNvCxnSpPr>
            <a:cxnSpLocks/>
          </p:cNvCxnSpPr>
          <p:nvPr/>
        </p:nvCxnSpPr>
        <p:spPr>
          <a:xfrm>
            <a:off x="8527974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35CD5D71-68B1-0353-5EDE-1E4891CA11C6}"/>
              </a:ext>
            </a:extLst>
          </p:cNvPr>
          <p:cNvCxnSpPr/>
          <p:nvPr/>
        </p:nvCxnSpPr>
        <p:spPr>
          <a:xfrm>
            <a:off x="8519508" y="161524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2EA7E29E-836E-A13F-808E-A538CDB1B3DF}"/>
              </a:ext>
            </a:extLst>
          </p:cNvPr>
          <p:cNvCxnSpPr/>
          <p:nvPr/>
        </p:nvCxnSpPr>
        <p:spPr>
          <a:xfrm>
            <a:off x="8773508" y="140357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>
            <a:extLst>
              <a:ext uri="{FF2B5EF4-FFF2-40B4-BE49-F238E27FC236}">
                <a16:creationId xmlns:a16="http://schemas.microsoft.com/office/drawing/2014/main" id="{F6396D09-7543-2B99-9256-882E76BC78E6}"/>
              </a:ext>
            </a:extLst>
          </p:cNvPr>
          <p:cNvCxnSpPr>
            <a:cxnSpLocks/>
          </p:cNvCxnSpPr>
          <p:nvPr/>
        </p:nvCxnSpPr>
        <p:spPr>
          <a:xfrm>
            <a:off x="8773508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9258914F-5EF1-983A-9D8C-7746C6605F91}"/>
              </a:ext>
            </a:extLst>
          </p:cNvPr>
          <p:cNvCxnSpPr>
            <a:cxnSpLocks/>
          </p:cNvCxnSpPr>
          <p:nvPr/>
        </p:nvCxnSpPr>
        <p:spPr>
          <a:xfrm>
            <a:off x="9027508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id="{74562B5D-3D89-E78A-8A61-10387049025F}"/>
              </a:ext>
            </a:extLst>
          </p:cNvPr>
          <p:cNvCxnSpPr/>
          <p:nvPr/>
        </p:nvCxnSpPr>
        <p:spPr>
          <a:xfrm>
            <a:off x="9023274" y="161524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AA050CEE-0B47-FEC0-A69D-E1F7CAD567FB}"/>
              </a:ext>
            </a:extLst>
          </p:cNvPr>
          <p:cNvCxnSpPr/>
          <p:nvPr/>
        </p:nvCxnSpPr>
        <p:spPr>
          <a:xfrm>
            <a:off x="9277274" y="140357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id="{E331B4D0-7FF8-33BA-75A9-FF026AA3305C}"/>
              </a:ext>
            </a:extLst>
          </p:cNvPr>
          <p:cNvCxnSpPr>
            <a:cxnSpLocks/>
          </p:cNvCxnSpPr>
          <p:nvPr/>
        </p:nvCxnSpPr>
        <p:spPr>
          <a:xfrm>
            <a:off x="9277274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6CC388FB-1DC0-311E-8685-D1A869FF8B47}"/>
              </a:ext>
            </a:extLst>
          </p:cNvPr>
          <p:cNvCxnSpPr>
            <a:cxnSpLocks/>
          </p:cNvCxnSpPr>
          <p:nvPr/>
        </p:nvCxnSpPr>
        <p:spPr>
          <a:xfrm>
            <a:off x="9531274" y="14035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A8C27EA6-E9E6-EFE5-A9A3-3932BEE11B0E}"/>
              </a:ext>
            </a:extLst>
          </p:cNvPr>
          <p:cNvCxnSpPr/>
          <p:nvPr/>
        </p:nvCxnSpPr>
        <p:spPr>
          <a:xfrm>
            <a:off x="9522808" y="161524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76C6EE37-017B-2A31-3064-A9826A759F37}"/>
              </a:ext>
            </a:extLst>
          </p:cNvPr>
          <p:cNvCxnSpPr>
            <a:cxnSpLocks/>
          </p:cNvCxnSpPr>
          <p:nvPr/>
        </p:nvCxnSpPr>
        <p:spPr>
          <a:xfrm>
            <a:off x="8019974" y="1946711"/>
            <a:ext cx="508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>
            <a:extLst>
              <a:ext uri="{FF2B5EF4-FFF2-40B4-BE49-F238E27FC236}">
                <a16:creationId xmlns:a16="http://schemas.microsoft.com/office/drawing/2014/main" id="{7B8CA7C7-0859-468B-F6EE-545F1D83D5E8}"/>
              </a:ext>
            </a:extLst>
          </p:cNvPr>
          <p:cNvCxnSpPr>
            <a:cxnSpLocks/>
          </p:cNvCxnSpPr>
          <p:nvPr/>
        </p:nvCxnSpPr>
        <p:spPr>
          <a:xfrm>
            <a:off x="8533054" y="174266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>
            <a:extLst>
              <a:ext uri="{FF2B5EF4-FFF2-40B4-BE49-F238E27FC236}">
                <a16:creationId xmlns:a16="http://schemas.microsoft.com/office/drawing/2014/main" id="{0B4A8553-1471-116C-DA76-65C75EC36048}"/>
              </a:ext>
            </a:extLst>
          </p:cNvPr>
          <p:cNvCxnSpPr/>
          <p:nvPr/>
        </p:nvCxnSpPr>
        <p:spPr>
          <a:xfrm>
            <a:off x="8524588" y="174266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id="{3B46CE26-49EE-B7EF-E353-2F7B10303554}"/>
              </a:ext>
            </a:extLst>
          </p:cNvPr>
          <p:cNvCxnSpPr>
            <a:cxnSpLocks/>
          </p:cNvCxnSpPr>
          <p:nvPr/>
        </p:nvCxnSpPr>
        <p:spPr>
          <a:xfrm>
            <a:off x="8775202" y="173758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ECC904AF-22AC-175C-DCA2-6F495C733814}"/>
              </a:ext>
            </a:extLst>
          </p:cNvPr>
          <p:cNvCxnSpPr>
            <a:cxnSpLocks/>
          </p:cNvCxnSpPr>
          <p:nvPr/>
        </p:nvCxnSpPr>
        <p:spPr>
          <a:xfrm>
            <a:off x="8769274" y="1944595"/>
            <a:ext cx="508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446142CC-6855-2D16-385C-70B2D0A8C7C9}"/>
              </a:ext>
            </a:extLst>
          </p:cNvPr>
          <p:cNvCxnSpPr>
            <a:cxnSpLocks/>
          </p:cNvCxnSpPr>
          <p:nvPr/>
        </p:nvCxnSpPr>
        <p:spPr>
          <a:xfrm>
            <a:off x="9282353" y="1735892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连接符 71">
            <a:extLst>
              <a:ext uri="{FF2B5EF4-FFF2-40B4-BE49-F238E27FC236}">
                <a16:creationId xmlns:a16="http://schemas.microsoft.com/office/drawing/2014/main" id="{31EA76B2-A9A2-C1B1-6FE5-137C81BC0D0D}"/>
              </a:ext>
            </a:extLst>
          </p:cNvPr>
          <p:cNvCxnSpPr/>
          <p:nvPr/>
        </p:nvCxnSpPr>
        <p:spPr>
          <a:xfrm>
            <a:off x="9273887" y="1735892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6DACA36B-46FE-56BB-9A67-EF5C44ACE562}"/>
              </a:ext>
            </a:extLst>
          </p:cNvPr>
          <p:cNvCxnSpPr>
            <a:cxnSpLocks/>
          </p:cNvCxnSpPr>
          <p:nvPr/>
        </p:nvCxnSpPr>
        <p:spPr>
          <a:xfrm>
            <a:off x="9524501" y="1730812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id="{38B15771-CC60-DD02-57D8-4FD0C2669E32}"/>
              </a:ext>
            </a:extLst>
          </p:cNvPr>
          <p:cNvCxnSpPr>
            <a:cxnSpLocks/>
          </p:cNvCxnSpPr>
          <p:nvPr/>
        </p:nvCxnSpPr>
        <p:spPr>
          <a:xfrm>
            <a:off x="9518573" y="1937823"/>
            <a:ext cx="25823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974BBA25-C972-D425-DF90-5536D16F5900}"/>
              </a:ext>
            </a:extLst>
          </p:cNvPr>
          <p:cNvCxnSpPr>
            <a:cxnSpLocks/>
          </p:cNvCxnSpPr>
          <p:nvPr/>
        </p:nvCxnSpPr>
        <p:spPr>
          <a:xfrm>
            <a:off x="8019974" y="2276911"/>
            <a:ext cx="75861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id="{95EB42DB-4C29-B91D-1E1A-5927155AB4BC}"/>
              </a:ext>
            </a:extLst>
          </p:cNvPr>
          <p:cNvCxnSpPr>
            <a:cxnSpLocks/>
          </p:cNvCxnSpPr>
          <p:nvPr/>
        </p:nvCxnSpPr>
        <p:spPr>
          <a:xfrm>
            <a:off x="8778586" y="207032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E8F4E86A-ECD2-39F1-2F8A-557EB8C54A5E}"/>
              </a:ext>
            </a:extLst>
          </p:cNvPr>
          <p:cNvCxnSpPr/>
          <p:nvPr/>
        </p:nvCxnSpPr>
        <p:spPr>
          <a:xfrm>
            <a:off x="8770120" y="207032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7BDDC9A7-0F41-84D6-B5AC-E7CACC9F06B1}"/>
              </a:ext>
            </a:extLst>
          </p:cNvPr>
          <p:cNvCxnSpPr>
            <a:cxnSpLocks/>
          </p:cNvCxnSpPr>
          <p:nvPr/>
        </p:nvCxnSpPr>
        <p:spPr>
          <a:xfrm>
            <a:off x="9020734" y="206524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id="{A1F36B5A-B973-5CE2-BA56-3C04A758F0CB}"/>
              </a:ext>
            </a:extLst>
          </p:cNvPr>
          <p:cNvCxnSpPr>
            <a:cxnSpLocks/>
          </p:cNvCxnSpPr>
          <p:nvPr/>
        </p:nvCxnSpPr>
        <p:spPr>
          <a:xfrm>
            <a:off x="9027508" y="2276911"/>
            <a:ext cx="49868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直接连接符 85">
            <a:extLst>
              <a:ext uri="{FF2B5EF4-FFF2-40B4-BE49-F238E27FC236}">
                <a16:creationId xmlns:a16="http://schemas.microsoft.com/office/drawing/2014/main" id="{996071B4-F3BB-C685-BF9C-FB8467C9C0C9}"/>
              </a:ext>
            </a:extLst>
          </p:cNvPr>
          <p:cNvCxnSpPr>
            <a:cxnSpLocks/>
          </p:cNvCxnSpPr>
          <p:nvPr/>
        </p:nvCxnSpPr>
        <p:spPr>
          <a:xfrm>
            <a:off x="9526194" y="207032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F48DBD41-7207-EF90-DDC8-6B4B13923CE7}"/>
              </a:ext>
            </a:extLst>
          </p:cNvPr>
          <p:cNvCxnSpPr/>
          <p:nvPr/>
        </p:nvCxnSpPr>
        <p:spPr>
          <a:xfrm>
            <a:off x="9517728" y="207032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矩形 132">
            <a:extLst>
              <a:ext uri="{FF2B5EF4-FFF2-40B4-BE49-F238E27FC236}">
                <a16:creationId xmlns:a16="http://schemas.microsoft.com/office/drawing/2014/main" id="{BBC14130-0CEA-6686-76AA-14CD8A2C1F7C}"/>
              </a:ext>
            </a:extLst>
          </p:cNvPr>
          <p:cNvSpPr/>
          <p:nvPr/>
        </p:nvSpPr>
        <p:spPr>
          <a:xfrm>
            <a:off x="7951593" y="4376481"/>
            <a:ext cx="1897046" cy="12519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4" name="矩形 133">
            <a:extLst>
              <a:ext uri="{FF2B5EF4-FFF2-40B4-BE49-F238E27FC236}">
                <a16:creationId xmlns:a16="http://schemas.microsoft.com/office/drawing/2014/main" id="{3D84D09B-B3D3-1A49-65F3-E62D77B7275D}"/>
              </a:ext>
            </a:extLst>
          </p:cNvPr>
          <p:cNvSpPr/>
          <p:nvPr/>
        </p:nvSpPr>
        <p:spPr>
          <a:xfrm>
            <a:off x="8019975" y="4453288"/>
            <a:ext cx="1751753" cy="109643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77DC779D-F76C-AECE-F472-75A6A6A359B9}"/>
              </a:ext>
            </a:extLst>
          </p:cNvPr>
          <p:cNvCxnSpPr>
            <a:cxnSpLocks/>
          </p:cNvCxnSpPr>
          <p:nvPr/>
        </p:nvCxnSpPr>
        <p:spPr>
          <a:xfrm>
            <a:off x="8019974" y="477502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3329C9D1-CE8D-24A9-7B49-DAD2F8B2A2DE}"/>
              </a:ext>
            </a:extLst>
          </p:cNvPr>
          <p:cNvCxnSpPr>
            <a:cxnSpLocks/>
          </p:cNvCxnSpPr>
          <p:nvPr/>
        </p:nvCxnSpPr>
        <p:spPr>
          <a:xfrm>
            <a:off x="8273974" y="456335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26ED9B7B-98A7-A661-350B-918BC7DBB592}"/>
              </a:ext>
            </a:extLst>
          </p:cNvPr>
          <p:cNvCxnSpPr>
            <a:cxnSpLocks/>
          </p:cNvCxnSpPr>
          <p:nvPr/>
        </p:nvCxnSpPr>
        <p:spPr>
          <a:xfrm>
            <a:off x="8273974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26DF8F5A-B647-8C3A-2B24-B2E7B6F9B114}"/>
              </a:ext>
            </a:extLst>
          </p:cNvPr>
          <p:cNvCxnSpPr>
            <a:cxnSpLocks/>
          </p:cNvCxnSpPr>
          <p:nvPr/>
        </p:nvCxnSpPr>
        <p:spPr>
          <a:xfrm>
            <a:off x="8527974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E7250827-6BD4-D040-B21C-8E325ED0F61E}"/>
              </a:ext>
            </a:extLst>
          </p:cNvPr>
          <p:cNvCxnSpPr>
            <a:cxnSpLocks/>
          </p:cNvCxnSpPr>
          <p:nvPr/>
        </p:nvCxnSpPr>
        <p:spPr>
          <a:xfrm>
            <a:off x="8519508" y="477502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A7E08294-D3D0-82A3-DDFF-865F6876881C}"/>
              </a:ext>
            </a:extLst>
          </p:cNvPr>
          <p:cNvCxnSpPr>
            <a:cxnSpLocks/>
          </p:cNvCxnSpPr>
          <p:nvPr/>
        </p:nvCxnSpPr>
        <p:spPr>
          <a:xfrm>
            <a:off x="8773508" y="456335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54D04C07-59D1-56CD-BBBD-0D19AAC22302}"/>
              </a:ext>
            </a:extLst>
          </p:cNvPr>
          <p:cNvCxnSpPr>
            <a:cxnSpLocks/>
          </p:cNvCxnSpPr>
          <p:nvPr/>
        </p:nvCxnSpPr>
        <p:spPr>
          <a:xfrm>
            <a:off x="8773508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接连接符 141">
            <a:extLst>
              <a:ext uri="{FF2B5EF4-FFF2-40B4-BE49-F238E27FC236}">
                <a16:creationId xmlns:a16="http://schemas.microsoft.com/office/drawing/2014/main" id="{77D8BB06-62E1-5E19-17ED-2D8C1AC13170}"/>
              </a:ext>
            </a:extLst>
          </p:cNvPr>
          <p:cNvCxnSpPr>
            <a:cxnSpLocks/>
          </p:cNvCxnSpPr>
          <p:nvPr/>
        </p:nvCxnSpPr>
        <p:spPr>
          <a:xfrm>
            <a:off x="9027508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接连接符 142">
            <a:extLst>
              <a:ext uri="{FF2B5EF4-FFF2-40B4-BE49-F238E27FC236}">
                <a16:creationId xmlns:a16="http://schemas.microsoft.com/office/drawing/2014/main" id="{23A4247D-512C-5DAD-EFBB-47E26B7342FC}"/>
              </a:ext>
            </a:extLst>
          </p:cNvPr>
          <p:cNvCxnSpPr>
            <a:cxnSpLocks/>
          </p:cNvCxnSpPr>
          <p:nvPr/>
        </p:nvCxnSpPr>
        <p:spPr>
          <a:xfrm>
            <a:off x="9023274" y="477502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接连接符 143">
            <a:extLst>
              <a:ext uri="{FF2B5EF4-FFF2-40B4-BE49-F238E27FC236}">
                <a16:creationId xmlns:a16="http://schemas.microsoft.com/office/drawing/2014/main" id="{AE91E93D-E626-AA4D-8501-A964B019AD17}"/>
              </a:ext>
            </a:extLst>
          </p:cNvPr>
          <p:cNvCxnSpPr>
            <a:cxnSpLocks/>
          </p:cNvCxnSpPr>
          <p:nvPr/>
        </p:nvCxnSpPr>
        <p:spPr>
          <a:xfrm>
            <a:off x="9277274" y="456335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直接连接符 144">
            <a:extLst>
              <a:ext uri="{FF2B5EF4-FFF2-40B4-BE49-F238E27FC236}">
                <a16:creationId xmlns:a16="http://schemas.microsoft.com/office/drawing/2014/main" id="{0E5F33C2-4F8F-4FBD-54CF-CFB47FFA6D53}"/>
              </a:ext>
            </a:extLst>
          </p:cNvPr>
          <p:cNvCxnSpPr>
            <a:cxnSpLocks/>
          </p:cNvCxnSpPr>
          <p:nvPr/>
        </p:nvCxnSpPr>
        <p:spPr>
          <a:xfrm>
            <a:off x="9277274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直接连接符 145">
            <a:extLst>
              <a:ext uri="{FF2B5EF4-FFF2-40B4-BE49-F238E27FC236}">
                <a16:creationId xmlns:a16="http://schemas.microsoft.com/office/drawing/2014/main" id="{427C048A-5BC4-E687-0AA9-52F8DC4A1205}"/>
              </a:ext>
            </a:extLst>
          </p:cNvPr>
          <p:cNvCxnSpPr>
            <a:cxnSpLocks/>
          </p:cNvCxnSpPr>
          <p:nvPr/>
        </p:nvCxnSpPr>
        <p:spPr>
          <a:xfrm>
            <a:off x="9531274" y="456335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C7FF3BE9-BB30-B58C-6A02-7198E153155E}"/>
              </a:ext>
            </a:extLst>
          </p:cNvPr>
          <p:cNvCxnSpPr>
            <a:cxnSpLocks/>
          </p:cNvCxnSpPr>
          <p:nvPr/>
        </p:nvCxnSpPr>
        <p:spPr>
          <a:xfrm>
            <a:off x="9522808" y="4775021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直接连接符 151">
            <a:extLst>
              <a:ext uri="{FF2B5EF4-FFF2-40B4-BE49-F238E27FC236}">
                <a16:creationId xmlns:a16="http://schemas.microsoft.com/office/drawing/2014/main" id="{D74334C0-E164-992C-8A44-0CF244A6458C}"/>
              </a:ext>
            </a:extLst>
          </p:cNvPr>
          <p:cNvCxnSpPr>
            <a:cxnSpLocks/>
          </p:cNvCxnSpPr>
          <p:nvPr/>
        </p:nvCxnSpPr>
        <p:spPr>
          <a:xfrm>
            <a:off x="8019974" y="5106491"/>
            <a:ext cx="508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C85D141F-AFE6-BBA2-0832-8A31015C6D67}"/>
              </a:ext>
            </a:extLst>
          </p:cNvPr>
          <p:cNvCxnSpPr>
            <a:cxnSpLocks/>
          </p:cNvCxnSpPr>
          <p:nvPr/>
        </p:nvCxnSpPr>
        <p:spPr>
          <a:xfrm>
            <a:off x="8533054" y="490244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直接连接符 153">
            <a:extLst>
              <a:ext uri="{FF2B5EF4-FFF2-40B4-BE49-F238E27FC236}">
                <a16:creationId xmlns:a16="http://schemas.microsoft.com/office/drawing/2014/main" id="{732A443C-7F7D-D1E3-DDFD-26179684B03C}"/>
              </a:ext>
            </a:extLst>
          </p:cNvPr>
          <p:cNvCxnSpPr>
            <a:cxnSpLocks/>
          </p:cNvCxnSpPr>
          <p:nvPr/>
        </p:nvCxnSpPr>
        <p:spPr>
          <a:xfrm>
            <a:off x="8524588" y="490244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直接连接符 154">
            <a:extLst>
              <a:ext uri="{FF2B5EF4-FFF2-40B4-BE49-F238E27FC236}">
                <a16:creationId xmlns:a16="http://schemas.microsoft.com/office/drawing/2014/main" id="{E902A2A7-3905-E131-C1DF-65B62D8C0C09}"/>
              </a:ext>
            </a:extLst>
          </p:cNvPr>
          <p:cNvCxnSpPr>
            <a:cxnSpLocks/>
          </p:cNvCxnSpPr>
          <p:nvPr/>
        </p:nvCxnSpPr>
        <p:spPr>
          <a:xfrm>
            <a:off x="8775202" y="489736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E2C5ADE1-8D80-68E2-BDA9-A6251C0F5241}"/>
              </a:ext>
            </a:extLst>
          </p:cNvPr>
          <p:cNvCxnSpPr>
            <a:cxnSpLocks/>
          </p:cNvCxnSpPr>
          <p:nvPr/>
        </p:nvCxnSpPr>
        <p:spPr>
          <a:xfrm>
            <a:off x="8769274" y="5104375"/>
            <a:ext cx="508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直接连接符 156">
            <a:extLst>
              <a:ext uri="{FF2B5EF4-FFF2-40B4-BE49-F238E27FC236}">
                <a16:creationId xmlns:a16="http://schemas.microsoft.com/office/drawing/2014/main" id="{436CC983-22DE-0798-9432-F167554B744F}"/>
              </a:ext>
            </a:extLst>
          </p:cNvPr>
          <p:cNvCxnSpPr>
            <a:cxnSpLocks/>
          </p:cNvCxnSpPr>
          <p:nvPr/>
        </p:nvCxnSpPr>
        <p:spPr>
          <a:xfrm>
            <a:off x="9282353" y="4895672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直接连接符 157">
            <a:extLst>
              <a:ext uri="{FF2B5EF4-FFF2-40B4-BE49-F238E27FC236}">
                <a16:creationId xmlns:a16="http://schemas.microsoft.com/office/drawing/2014/main" id="{4A2C6BF0-5FFE-86A3-8A3A-EEC668AAB7CC}"/>
              </a:ext>
            </a:extLst>
          </p:cNvPr>
          <p:cNvCxnSpPr>
            <a:cxnSpLocks/>
          </p:cNvCxnSpPr>
          <p:nvPr/>
        </p:nvCxnSpPr>
        <p:spPr>
          <a:xfrm>
            <a:off x="9273887" y="4895672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FC50F17B-D00D-C789-C27A-F22D96FBDE6C}"/>
              </a:ext>
            </a:extLst>
          </p:cNvPr>
          <p:cNvCxnSpPr>
            <a:cxnSpLocks/>
          </p:cNvCxnSpPr>
          <p:nvPr/>
        </p:nvCxnSpPr>
        <p:spPr>
          <a:xfrm>
            <a:off x="9524501" y="4890592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直接连接符 159">
            <a:extLst>
              <a:ext uri="{FF2B5EF4-FFF2-40B4-BE49-F238E27FC236}">
                <a16:creationId xmlns:a16="http://schemas.microsoft.com/office/drawing/2014/main" id="{3964B40C-5BDE-E5FF-6B1D-F7D0ADB864C1}"/>
              </a:ext>
            </a:extLst>
          </p:cNvPr>
          <p:cNvCxnSpPr>
            <a:cxnSpLocks/>
          </p:cNvCxnSpPr>
          <p:nvPr/>
        </p:nvCxnSpPr>
        <p:spPr>
          <a:xfrm>
            <a:off x="9518573" y="5097603"/>
            <a:ext cx="253155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3C832A7E-DD38-926C-9D58-35DB90E42E2D}"/>
              </a:ext>
            </a:extLst>
          </p:cNvPr>
          <p:cNvCxnSpPr>
            <a:cxnSpLocks/>
          </p:cNvCxnSpPr>
          <p:nvPr/>
        </p:nvCxnSpPr>
        <p:spPr>
          <a:xfrm>
            <a:off x="8019974" y="5436691"/>
            <a:ext cx="75861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接连接符 167">
            <a:extLst>
              <a:ext uri="{FF2B5EF4-FFF2-40B4-BE49-F238E27FC236}">
                <a16:creationId xmlns:a16="http://schemas.microsoft.com/office/drawing/2014/main" id="{CC27ED13-4491-6208-A929-37E4F551E5D3}"/>
              </a:ext>
            </a:extLst>
          </p:cNvPr>
          <p:cNvCxnSpPr>
            <a:cxnSpLocks/>
          </p:cNvCxnSpPr>
          <p:nvPr/>
        </p:nvCxnSpPr>
        <p:spPr>
          <a:xfrm>
            <a:off x="8778586" y="522502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5ADCBBF6-540F-65C1-C2BD-B457338C00E9}"/>
              </a:ext>
            </a:extLst>
          </p:cNvPr>
          <p:cNvCxnSpPr>
            <a:cxnSpLocks/>
          </p:cNvCxnSpPr>
          <p:nvPr/>
        </p:nvCxnSpPr>
        <p:spPr>
          <a:xfrm>
            <a:off x="8770120" y="5225024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007EC0B1-BE5F-48D1-BE55-E142A070E720}"/>
                  </a:ext>
                </a:extLst>
              </p:cNvPr>
              <p:cNvSpPr txBox="1"/>
              <p:nvPr/>
            </p:nvSpPr>
            <p:spPr>
              <a:xfrm>
                <a:off x="8435997" y="2467746"/>
                <a:ext cx="962773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/>
                  <a:t>波形 </a:t>
                </a:r>
                <a14:m>
                  <m:oMath xmlns:m="http://schemas.openxmlformats.org/officeDocument/2006/math">
                    <m:r>
                      <a:rPr lang="en-US" altLang="zh-CN" sz="1400" b="1" i="1" dirty="0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endParaRPr lang="zh-CN" altLang="en-US" sz="1400" b="1" dirty="0"/>
              </a:p>
            </p:txBody>
          </p:sp>
        </mc:Choice>
        <mc:Fallback>
          <p:sp>
            <p:nvSpPr>
              <p:cNvPr id="210" name="文本框 209">
                <a:extLst>
                  <a:ext uri="{FF2B5EF4-FFF2-40B4-BE49-F238E27FC236}">
                    <a16:creationId xmlns:a16="http://schemas.microsoft.com/office/drawing/2014/main" id="{007EC0B1-BE5F-48D1-BE55-E142A070E7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35997" y="2467746"/>
                <a:ext cx="962773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2" name="直接箭头连接符 211">
            <a:extLst>
              <a:ext uri="{FF2B5EF4-FFF2-40B4-BE49-F238E27FC236}">
                <a16:creationId xmlns:a16="http://schemas.microsoft.com/office/drawing/2014/main" id="{F7F787D0-24D2-973D-FD88-7498BDF5886B}"/>
              </a:ext>
            </a:extLst>
          </p:cNvPr>
          <p:cNvCxnSpPr>
            <a:cxnSpLocks/>
          </p:cNvCxnSpPr>
          <p:nvPr/>
        </p:nvCxnSpPr>
        <p:spPr>
          <a:xfrm flipV="1">
            <a:off x="7701826" y="1836645"/>
            <a:ext cx="247522" cy="5925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直接箭头连接符 212">
            <a:extLst>
              <a:ext uri="{FF2B5EF4-FFF2-40B4-BE49-F238E27FC236}">
                <a16:creationId xmlns:a16="http://schemas.microsoft.com/office/drawing/2014/main" id="{AF21CB65-CFED-48E6-CD8C-1412C053D25C}"/>
              </a:ext>
            </a:extLst>
          </p:cNvPr>
          <p:cNvCxnSpPr>
            <a:cxnSpLocks/>
          </p:cNvCxnSpPr>
          <p:nvPr/>
        </p:nvCxnSpPr>
        <p:spPr>
          <a:xfrm>
            <a:off x="7701826" y="4981469"/>
            <a:ext cx="26593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FA6F54CB-FF1C-AC46-36FE-02823E0D8832}"/>
                  </a:ext>
                </a:extLst>
              </p:cNvPr>
              <p:cNvSpPr txBox="1"/>
              <p:nvPr/>
            </p:nvSpPr>
            <p:spPr>
              <a:xfrm>
                <a:off x="3954941" y="527969"/>
                <a:ext cx="729404" cy="507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𝑴</m:t>
                      </m:r>
                    </m:oMath>
                  </m:oMathPara>
                </a14:m>
                <a:endParaRPr lang="zh-CN" altLang="en-US" sz="2400" b="1" dirty="0"/>
              </a:p>
            </p:txBody>
          </p:sp>
        </mc:Choice>
        <mc:Fallback>
          <p:sp>
            <p:nvSpPr>
              <p:cNvPr id="214" name="文本框 213">
                <a:extLst>
                  <a:ext uri="{FF2B5EF4-FFF2-40B4-BE49-F238E27FC236}">
                    <a16:creationId xmlns:a16="http://schemas.microsoft.com/office/drawing/2014/main" id="{FA6F54CB-FF1C-AC46-36FE-02823E0D8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4941" y="527969"/>
                <a:ext cx="729404" cy="5078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8B28C7B-E3E8-2CD2-B517-5C2CE6479BDF}"/>
                  </a:ext>
                </a:extLst>
              </p:cNvPr>
              <p:cNvSpPr txBox="1"/>
              <p:nvPr/>
            </p:nvSpPr>
            <p:spPr>
              <a:xfrm>
                <a:off x="3930873" y="3441700"/>
                <a:ext cx="72940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altLang="zh-CN" sz="2400" b="1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zh-CN" altLang="en-US" sz="2400" b="1" dirty="0"/>
              </a:p>
            </p:txBody>
          </p:sp>
        </mc:Choice>
        <mc:Fallback>
          <p:sp>
            <p:nvSpPr>
              <p:cNvPr id="215" name="文本框 214">
                <a:extLst>
                  <a:ext uri="{FF2B5EF4-FFF2-40B4-BE49-F238E27FC236}">
                    <a16:creationId xmlns:a16="http://schemas.microsoft.com/office/drawing/2014/main" id="{D8B28C7B-E3E8-2CD2-B517-5C2CE6479B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0873" y="3441700"/>
                <a:ext cx="72940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本框 215">
            <a:extLst>
              <a:ext uri="{FF2B5EF4-FFF2-40B4-BE49-F238E27FC236}">
                <a16:creationId xmlns:a16="http://schemas.microsoft.com/office/drawing/2014/main" id="{2E7CD9FD-DBA1-FB65-9382-779D09588D2B}"/>
              </a:ext>
            </a:extLst>
          </p:cNvPr>
          <p:cNvSpPr txBox="1"/>
          <p:nvPr/>
        </p:nvSpPr>
        <p:spPr>
          <a:xfrm>
            <a:off x="3170917" y="5857286"/>
            <a:ext cx="21616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微架构状态设置程序变体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477ECEB3-EB0F-39D2-6580-9318A1A37981}"/>
                  </a:ext>
                </a:extLst>
              </p:cNvPr>
              <p:cNvSpPr txBox="1"/>
              <p:nvPr/>
            </p:nvSpPr>
            <p:spPr>
              <a:xfrm>
                <a:off x="8487206" y="5645836"/>
                <a:ext cx="104140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/>
                  <a:t>波形 </a:t>
                </a:r>
                <a14:m>
                  <m:oMath xmlns:m="http://schemas.openxmlformats.org/officeDocument/2006/math">
                    <m:r>
                      <a:rPr lang="en-US" altLang="zh-CN" sz="1400" b="1" i="1" dirty="0" smtClean="0">
                        <a:latin typeface="Cambria Math" panose="02040503050406030204" pitchFamily="18" charset="0"/>
                      </a:rPr>
                      <m:t>𝑾</m:t>
                    </m:r>
                    <m:r>
                      <a:rPr lang="en-US" altLang="zh-CN" sz="1400" b="1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zh-CN" altLang="en-US" sz="1400" b="1" dirty="0"/>
              </a:p>
            </p:txBody>
          </p:sp>
        </mc:Choice>
        <mc:Fallback>
          <p:sp>
            <p:nvSpPr>
              <p:cNvPr id="217" name="文本框 216">
                <a:extLst>
                  <a:ext uri="{FF2B5EF4-FFF2-40B4-BE49-F238E27FC236}">
                    <a16:creationId xmlns:a16="http://schemas.microsoft.com/office/drawing/2014/main" id="{477ECEB3-EB0F-39D2-6580-9318A1A37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7206" y="5645836"/>
                <a:ext cx="1041400" cy="307777"/>
              </a:xfrm>
              <a:prstGeom prst="rect">
                <a:avLst/>
              </a:prstGeom>
              <a:blipFill>
                <a:blip r:embed="rId6"/>
                <a:stretch>
                  <a:fillRect t="-3922" b="-196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23A4C657-F013-40C0-8FC8-C70CCD119091}"/>
              </a:ext>
            </a:extLst>
          </p:cNvPr>
          <p:cNvSpPr txBox="1"/>
          <p:nvPr/>
        </p:nvSpPr>
        <p:spPr>
          <a:xfrm>
            <a:off x="3381768" y="3944179"/>
            <a:ext cx="1789925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text: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addi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t0,t0,1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fdiv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a0,a4,a5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...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j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formal_entry</a:t>
            </a:r>
            <a:endParaRPr lang="en-US" altLang="zh-CN" sz="1300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secret:</a:t>
            </a:r>
          </a:p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.byte </a:t>
            </a:r>
            <a:r>
              <a:rPr lang="en-US" altLang="zh-CN" sz="1300" b="1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0x1</a:t>
            </a:r>
          </a:p>
          <a:p>
            <a:endParaRPr lang="en-US" altLang="zh-CN" sz="1300" b="1" dirty="0">
              <a:solidFill>
                <a:srgbClr val="FF0000"/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altLang="zh-CN" sz="1300" b="1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formal_entry</a:t>
            </a:r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:</a:t>
            </a:r>
            <a:endParaRPr lang="zh-CN" altLang="en-US" sz="1300" b="1" dirty="0">
              <a:latin typeface="Cascadia Code Light" panose="020B0609020000020004" pitchFamily="49" charset="0"/>
              <a:cs typeface="Cascadia Code Light" panose="020B0609020000020004" pitchFamily="49" charset="0"/>
            </a:endParaRPr>
          </a:p>
        </p:txBody>
      </p:sp>
      <p:pic>
        <p:nvPicPr>
          <p:cNvPr id="1042" name="Picture 18" descr="数据库免抠元素_数据库_模板免费下载_svg格式_512像素_编号54245681-千图网">
            <a:extLst>
              <a:ext uri="{FF2B5EF4-FFF2-40B4-BE49-F238E27FC236}">
                <a16:creationId xmlns:a16="http://schemas.microsoft.com/office/drawing/2014/main" id="{499DA764-375D-1E2C-4755-275D61CF35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0912" y="2849433"/>
            <a:ext cx="1000477" cy="1000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7" name="矩形: 折角 46">
            <a:extLst>
              <a:ext uri="{FF2B5EF4-FFF2-40B4-BE49-F238E27FC236}">
                <a16:creationId xmlns:a16="http://schemas.microsoft.com/office/drawing/2014/main" id="{E29D572D-B2D4-7B15-155D-3FC283575D31}"/>
              </a:ext>
            </a:extLst>
          </p:cNvPr>
          <p:cNvSpPr/>
          <p:nvPr/>
        </p:nvSpPr>
        <p:spPr>
          <a:xfrm>
            <a:off x="3386572" y="919269"/>
            <a:ext cx="1712623" cy="1928409"/>
          </a:xfrm>
          <a:prstGeom prst="foldedCorner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18775523-C7BA-9900-1938-F4126FDA4ED0}"/>
              </a:ext>
            </a:extLst>
          </p:cNvPr>
          <p:cNvSpPr txBox="1"/>
          <p:nvPr/>
        </p:nvSpPr>
        <p:spPr>
          <a:xfrm>
            <a:off x="3365355" y="915523"/>
            <a:ext cx="178905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text: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addi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t0,t0,1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fdiv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a0,a4,a5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...</a:t>
            </a:r>
          </a:p>
          <a:p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j </a:t>
            </a:r>
            <a:r>
              <a:rPr lang="en-US" altLang="zh-CN" sz="1300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formal_entry</a:t>
            </a:r>
            <a:endParaRPr lang="en-US" altLang="zh-CN" sz="1300" dirty="0"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secret:</a:t>
            </a:r>
          </a:p>
          <a:p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  </a:t>
            </a:r>
            <a:r>
              <a:rPr lang="en-US" altLang="zh-CN" sz="1300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.byte </a:t>
            </a:r>
            <a:r>
              <a:rPr lang="en-US" altLang="zh-CN" sz="1300" b="1" dirty="0">
                <a:solidFill>
                  <a:srgbClr val="FF0000"/>
                </a:solidFill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0x0</a:t>
            </a:r>
          </a:p>
          <a:p>
            <a:endParaRPr lang="en-US" altLang="zh-CN" sz="1300" b="1" dirty="0">
              <a:solidFill>
                <a:srgbClr val="FF0000"/>
              </a:solidFill>
              <a:latin typeface="Cascadia Code Light" panose="020B0609020000020004" pitchFamily="49" charset="0"/>
              <a:ea typeface="Cascadia Code Light" panose="020B0609020000020004" pitchFamily="49" charset="0"/>
              <a:cs typeface="Cascadia Code Light" panose="020B0609020000020004" pitchFamily="49" charset="0"/>
            </a:endParaRPr>
          </a:p>
          <a:p>
            <a:r>
              <a:rPr lang="en-US" altLang="zh-CN" sz="1300" b="1" dirty="0" err="1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formal_entry</a:t>
            </a:r>
            <a:r>
              <a:rPr lang="en-US" altLang="zh-CN" sz="1300" b="1" dirty="0">
                <a:latin typeface="Cascadia Code Light" panose="020B0609020000020004" pitchFamily="49" charset="0"/>
                <a:ea typeface="Cascadia Code Light" panose="020B0609020000020004" pitchFamily="49" charset="0"/>
                <a:cs typeface="Cascadia Code Light" panose="020B0609020000020004" pitchFamily="49" charset="0"/>
              </a:rPr>
              <a:t>:</a:t>
            </a:r>
          </a:p>
        </p:txBody>
      </p:sp>
      <p:sp>
        <p:nvSpPr>
          <p:cNvPr id="64" name="矩形: 折角 63">
            <a:extLst>
              <a:ext uri="{FF2B5EF4-FFF2-40B4-BE49-F238E27FC236}">
                <a16:creationId xmlns:a16="http://schemas.microsoft.com/office/drawing/2014/main" id="{7FA44E77-0622-EBD0-5A55-D691913515D7}"/>
              </a:ext>
            </a:extLst>
          </p:cNvPr>
          <p:cNvSpPr/>
          <p:nvPr/>
        </p:nvSpPr>
        <p:spPr>
          <a:xfrm>
            <a:off x="41088" y="767223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6" name="矩形: 折角 65">
            <a:extLst>
              <a:ext uri="{FF2B5EF4-FFF2-40B4-BE49-F238E27FC236}">
                <a16:creationId xmlns:a16="http://schemas.microsoft.com/office/drawing/2014/main" id="{8D81F980-1EEA-9F94-7489-19E5E9D84336}"/>
              </a:ext>
            </a:extLst>
          </p:cNvPr>
          <p:cNvSpPr/>
          <p:nvPr/>
        </p:nvSpPr>
        <p:spPr>
          <a:xfrm>
            <a:off x="715153" y="767223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矩形: 折角 77">
            <a:extLst>
              <a:ext uri="{FF2B5EF4-FFF2-40B4-BE49-F238E27FC236}">
                <a16:creationId xmlns:a16="http://schemas.microsoft.com/office/drawing/2014/main" id="{44339624-D877-E3E9-8A0E-7423B1AEDA53}"/>
              </a:ext>
            </a:extLst>
          </p:cNvPr>
          <p:cNvSpPr/>
          <p:nvPr/>
        </p:nvSpPr>
        <p:spPr>
          <a:xfrm>
            <a:off x="36009" y="1619884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3" name="矩形: 折角 82">
            <a:extLst>
              <a:ext uri="{FF2B5EF4-FFF2-40B4-BE49-F238E27FC236}">
                <a16:creationId xmlns:a16="http://schemas.microsoft.com/office/drawing/2014/main" id="{40CD70B9-8B45-6996-C199-886FE63B9C1C}"/>
              </a:ext>
            </a:extLst>
          </p:cNvPr>
          <p:cNvSpPr/>
          <p:nvPr/>
        </p:nvSpPr>
        <p:spPr>
          <a:xfrm>
            <a:off x="710074" y="1619884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矩形: 折角 83">
            <a:extLst>
              <a:ext uri="{FF2B5EF4-FFF2-40B4-BE49-F238E27FC236}">
                <a16:creationId xmlns:a16="http://schemas.microsoft.com/office/drawing/2014/main" id="{E23E0BB6-587E-81E7-3420-D2534256DEA8}"/>
              </a:ext>
            </a:extLst>
          </p:cNvPr>
          <p:cNvSpPr/>
          <p:nvPr/>
        </p:nvSpPr>
        <p:spPr>
          <a:xfrm>
            <a:off x="34951" y="3655014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5" name="矩形: 折角 84">
            <a:extLst>
              <a:ext uri="{FF2B5EF4-FFF2-40B4-BE49-F238E27FC236}">
                <a16:creationId xmlns:a16="http://schemas.microsoft.com/office/drawing/2014/main" id="{51310456-8F84-94D0-488D-18D500D9C3A8}"/>
              </a:ext>
            </a:extLst>
          </p:cNvPr>
          <p:cNvSpPr/>
          <p:nvPr/>
        </p:nvSpPr>
        <p:spPr>
          <a:xfrm>
            <a:off x="709016" y="3655014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矩形: 折角 88">
            <a:extLst>
              <a:ext uri="{FF2B5EF4-FFF2-40B4-BE49-F238E27FC236}">
                <a16:creationId xmlns:a16="http://schemas.microsoft.com/office/drawing/2014/main" id="{AB01FF55-0E1B-706D-D57C-407D5110D04C}"/>
              </a:ext>
            </a:extLst>
          </p:cNvPr>
          <p:cNvSpPr/>
          <p:nvPr/>
        </p:nvSpPr>
        <p:spPr>
          <a:xfrm>
            <a:off x="29872" y="4507675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矩形: 折角 89">
            <a:extLst>
              <a:ext uri="{FF2B5EF4-FFF2-40B4-BE49-F238E27FC236}">
                <a16:creationId xmlns:a16="http://schemas.microsoft.com/office/drawing/2014/main" id="{E5BEDEF3-E77F-A492-549A-B2F23330B0F4}"/>
              </a:ext>
            </a:extLst>
          </p:cNvPr>
          <p:cNvSpPr/>
          <p:nvPr/>
        </p:nvSpPr>
        <p:spPr>
          <a:xfrm>
            <a:off x="703937" y="4507675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2" name="矩形: 折角 91">
            <a:extLst>
              <a:ext uri="{FF2B5EF4-FFF2-40B4-BE49-F238E27FC236}">
                <a16:creationId xmlns:a16="http://schemas.microsoft.com/office/drawing/2014/main" id="{9DBD5D72-501B-6B4B-EA7A-53C94313DD2D}"/>
              </a:ext>
            </a:extLst>
          </p:cNvPr>
          <p:cNvSpPr/>
          <p:nvPr/>
        </p:nvSpPr>
        <p:spPr>
          <a:xfrm>
            <a:off x="34986" y="2483726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矩形: 折角 92">
            <a:extLst>
              <a:ext uri="{FF2B5EF4-FFF2-40B4-BE49-F238E27FC236}">
                <a16:creationId xmlns:a16="http://schemas.microsoft.com/office/drawing/2014/main" id="{6745E9F5-4670-79BE-22FA-876B3DC4F1D7}"/>
              </a:ext>
            </a:extLst>
          </p:cNvPr>
          <p:cNvSpPr/>
          <p:nvPr/>
        </p:nvSpPr>
        <p:spPr>
          <a:xfrm>
            <a:off x="709051" y="2483726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: 折角 93">
            <a:extLst>
              <a:ext uri="{FF2B5EF4-FFF2-40B4-BE49-F238E27FC236}">
                <a16:creationId xmlns:a16="http://schemas.microsoft.com/office/drawing/2014/main" id="{8DC58A5F-5473-F763-8DA7-D59CC8C2D25E}"/>
              </a:ext>
            </a:extLst>
          </p:cNvPr>
          <p:cNvSpPr/>
          <p:nvPr/>
        </p:nvSpPr>
        <p:spPr>
          <a:xfrm>
            <a:off x="28849" y="5340906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: 折角 94">
            <a:extLst>
              <a:ext uri="{FF2B5EF4-FFF2-40B4-BE49-F238E27FC236}">
                <a16:creationId xmlns:a16="http://schemas.microsoft.com/office/drawing/2014/main" id="{097BDF7E-13F5-08CA-7B40-6D3895601E17}"/>
              </a:ext>
            </a:extLst>
          </p:cNvPr>
          <p:cNvSpPr/>
          <p:nvPr/>
        </p:nvSpPr>
        <p:spPr>
          <a:xfrm>
            <a:off x="702914" y="5340906"/>
            <a:ext cx="590362" cy="693731"/>
          </a:xfrm>
          <a:prstGeom prst="foldedCorner">
            <a:avLst>
              <a:gd name="adj" fmla="val 26079"/>
            </a:avLst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9FD039E5-1919-3A09-03BC-280965499511}"/>
              </a:ext>
            </a:extLst>
          </p:cNvPr>
          <p:cNvSpPr txBox="1"/>
          <p:nvPr/>
        </p:nvSpPr>
        <p:spPr>
          <a:xfrm>
            <a:off x="467215" y="3164524"/>
            <a:ext cx="490953" cy="523220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b="1" dirty="0"/>
              <a:t>…</a:t>
            </a:r>
            <a:endParaRPr lang="zh-CN" altLang="en-US" sz="2800" b="1" dirty="0"/>
          </a:p>
        </p:txBody>
      </p:sp>
      <p:sp>
        <p:nvSpPr>
          <p:cNvPr id="97" name="右大括号 96">
            <a:extLst>
              <a:ext uri="{FF2B5EF4-FFF2-40B4-BE49-F238E27FC236}">
                <a16:creationId xmlns:a16="http://schemas.microsoft.com/office/drawing/2014/main" id="{7E3DAF63-9F46-E7B2-F3FB-8E900F93C2E6}"/>
              </a:ext>
            </a:extLst>
          </p:cNvPr>
          <p:cNvSpPr/>
          <p:nvPr/>
        </p:nvSpPr>
        <p:spPr>
          <a:xfrm>
            <a:off x="1391715" y="712307"/>
            <a:ext cx="225224" cy="5277743"/>
          </a:xfrm>
          <a:prstGeom prst="rightBrac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9" name="直接箭头连接符 98">
            <a:extLst>
              <a:ext uri="{FF2B5EF4-FFF2-40B4-BE49-F238E27FC236}">
                <a16:creationId xmlns:a16="http://schemas.microsoft.com/office/drawing/2014/main" id="{6B292C35-7EEB-C2CF-7505-A1F45531C725}"/>
              </a:ext>
            </a:extLst>
          </p:cNvPr>
          <p:cNvCxnSpPr>
            <a:cxnSpLocks/>
            <a:stCxn id="97" idx="1"/>
            <a:endCxn id="1042" idx="1"/>
          </p:cNvCxnSpPr>
          <p:nvPr/>
        </p:nvCxnSpPr>
        <p:spPr>
          <a:xfrm flipV="1">
            <a:off x="1616939" y="3349672"/>
            <a:ext cx="213973" cy="150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文本框 100">
            <a:extLst>
              <a:ext uri="{FF2B5EF4-FFF2-40B4-BE49-F238E27FC236}">
                <a16:creationId xmlns:a16="http://schemas.microsoft.com/office/drawing/2014/main" id="{599ADE9A-2A18-8E77-99D4-B201F8B3BB79}"/>
              </a:ext>
            </a:extLst>
          </p:cNvPr>
          <p:cNvSpPr txBox="1"/>
          <p:nvPr/>
        </p:nvSpPr>
        <p:spPr>
          <a:xfrm>
            <a:off x="1657311" y="3846445"/>
            <a:ext cx="136844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/>
              <a:t>代码种子库</a:t>
            </a: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D7C0D1CF-5E5B-C2D6-BCCE-F093E3C0804F}"/>
              </a:ext>
            </a:extLst>
          </p:cNvPr>
          <p:cNvSpPr txBox="1"/>
          <p:nvPr/>
        </p:nvSpPr>
        <p:spPr>
          <a:xfrm>
            <a:off x="6946" y="6120494"/>
            <a:ext cx="14176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/>
              <a:t>源代码采样</a:t>
            </a:r>
          </a:p>
        </p:txBody>
      </p:sp>
      <p:cxnSp>
        <p:nvCxnSpPr>
          <p:cNvPr id="127" name="直接连接符 126">
            <a:extLst>
              <a:ext uri="{FF2B5EF4-FFF2-40B4-BE49-F238E27FC236}">
                <a16:creationId xmlns:a16="http://schemas.microsoft.com/office/drawing/2014/main" id="{89B0E6EB-5AED-C7BA-A048-932FB86F49E2}"/>
              </a:ext>
            </a:extLst>
          </p:cNvPr>
          <p:cNvCxnSpPr>
            <a:cxnSpLocks/>
          </p:cNvCxnSpPr>
          <p:nvPr/>
        </p:nvCxnSpPr>
        <p:spPr>
          <a:xfrm>
            <a:off x="2914521" y="3369965"/>
            <a:ext cx="218883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B90503D2-3009-4400-CFEF-3F294B03E778}"/>
              </a:ext>
            </a:extLst>
          </p:cNvPr>
          <p:cNvCxnSpPr>
            <a:cxnSpLocks/>
          </p:cNvCxnSpPr>
          <p:nvPr/>
        </p:nvCxnSpPr>
        <p:spPr>
          <a:xfrm>
            <a:off x="3133404" y="1874866"/>
            <a:ext cx="0" cy="3144824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193B0360-691F-F81A-545A-3863D8BC36BB}"/>
              </a:ext>
            </a:extLst>
          </p:cNvPr>
          <p:cNvCxnSpPr>
            <a:cxnSpLocks/>
          </p:cNvCxnSpPr>
          <p:nvPr/>
        </p:nvCxnSpPr>
        <p:spPr>
          <a:xfrm>
            <a:off x="3148236" y="1887638"/>
            <a:ext cx="25126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直接箭头连接符 129">
            <a:extLst>
              <a:ext uri="{FF2B5EF4-FFF2-40B4-BE49-F238E27FC236}">
                <a16:creationId xmlns:a16="http://schemas.microsoft.com/office/drawing/2014/main" id="{2DE9646B-F792-F4B3-233D-CE58DCB5748A}"/>
              </a:ext>
            </a:extLst>
          </p:cNvPr>
          <p:cNvCxnSpPr>
            <a:cxnSpLocks/>
          </p:cNvCxnSpPr>
          <p:nvPr/>
        </p:nvCxnSpPr>
        <p:spPr>
          <a:xfrm>
            <a:off x="3142099" y="5019690"/>
            <a:ext cx="25723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960BB92A-5AE1-0EB5-E63A-CA2610E087A1}"/>
              </a:ext>
            </a:extLst>
          </p:cNvPr>
          <p:cNvCxnSpPr>
            <a:cxnSpLocks/>
          </p:cNvCxnSpPr>
          <p:nvPr/>
        </p:nvCxnSpPr>
        <p:spPr>
          <a:xfrm>
            <a:off x="9020734" y="522502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连接符 175">
            <a:extLst>
              <a:ext uri="{FF2B5EF4-FFF2-40B4-BE49-F238E27FC236}">
                <a16:creationId xmlns:a16="http://schemas.microsoft.com/office/drawing/2014/main" id="{FA755134-C794-6F7A-9324-8A327E2ABE34}"/>
              </a:ext>
            </a:extLst>
          </p:cNvPr>
          <p:cNvCxnSpPr>
            <a:cxnSpLocks/>
          </p:cNvCxnSpPr>
          <p:nvPr/>
        </p:nvCxnSpPr>
        <p:spPr>
          <a:xfrm>
            <a:off x="9019042" y="5433852"/>
            <a:ext cx="263311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直接连接符 176">
            <a:extLst>
              <a:ext uri="{FF2B5EF4-FFF2-40B4-BE49-F238E27FC236}">
                <a16:creationId xmlns:a16="http://schemas.microsoft.com/office/drawing/2014/main" id="{198B58DF-8F87-8BE4-4393-4E9132E6F4EC}"/>
              </a:ext>
            </a:extLst>
          </p:cNvPr>
          <p:cNvCxnSpPr>
            <a:cxnSpLocks/>
          </p:cNvCxnSpPr>
          <p:nvPr/>
        </p:nvCxnSpPr>
        <p:spPr>
          <a:xfrm>
            <a:off x="9290819" y="5229350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8DD7843B-68D5-A9FC-1E4D-C6275C3B77D0}"/>
              </a:ext>
            </a:extLst>
          </p:cNvPr>
          <p:cNvCxnSpPr>
            <a:cxnSpLocks/>
          </p:cNvCxnSpPr>
          <p:nvPr/>
        </p:nvCxnSpPr>
        <p:spPr>
          <a:xfrm>
            <a:off x="9282353" y="5229350"/>
            <a:ext cx="2540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直接连接符 183">
            <a:extLst>
              <a:ext uri="{FF2B5EF4-FFF2-40B4-BE49-F238E27FC236}">
                <a16:creationId xmlns:a16="http://schemas.microsoft.com/office/drawing/2014/main" id="{3AE4866F-E4E8-51A2-D6E1-0BAA1E84D406}"/>
              </a:ext>
            </a:extLst>
          </p:cNvPr>
          <p:cNvCxnSpPr>
            <a:cxnSpLocks/>
          </p:cNvCxnSpPr>
          <p:nvPr/>
        </p:nvCxnSpPr>
        <p:spPr>
          <a:xfrm>
            <a:off x="9537202" y="5222974"/>
            <a:ext cx="0" cy="2116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直接连接符 184">
            <a:extLst>
              <a:ext uri="{FF2B5EF4-FFF2-40B4-BE49-F238E27FC236}">
                <a16:creationId xmlns:a16="http://schemas.microsoft.com/office/drawing/2014/main" id="{F482FC32-05E5-8444-CC39-4FE4B722144F}"/>
              </a:ext>
            </a:extLst>
          </p:cNvPr>
          <p:cNvCxnSpPr>
            <a:cxnSpLocks/>
          </p:cNvCxnSpPr>
          <p:nvPr/>
        </p:nvCxnSpPr>
        <p:spPr>
          <a:xfrm>
            <a:off x="9531274" y="5429985"/>
            <a:ext cx="240454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矩形 186">
            <a:extLst>
              <a:ext uri="{FF2B5EF4-FFF2-40B4-BE49-F238E27FC236}">
                <a16:creationId xmlns:a16="http://schemas.microsoft.com/office/drawing/2014/main" id="{3D8EC453-B4FB-1F6A-4DE7-93983818F754}"/>
              </a:ext>
            </a:extLst>
          </p:cNvPr>
          <p:cNvSpPr/>
          <p:nvPr/>
        </p:nvSpPr>
        <p:spPr>
          <a:xfrm>
            <a:off x="9497483" y="1155700"/>
            <a:ext cx="309023" cy="1351217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9" name="矩形 188">
            <a:extLst>
              <a:ext uri="{FF2B5EF4-FFF2-40B4-BE49-F238E27FC236}">
                <a16:creationId xmlns:a16="http://schemas.microsoft.com/office/drawing/2014/main" id="{7B0995FF-3447-4C3A-EBF0-86BF217DF569}"/>
              </a:ext>
            </a:extLst>
          </p:cNvPr>
          <p:cNvSpPr/>
          <p:nvPr/>
        </p:nvSpPr>
        <p:spPr>
          <a:xfrm>
            <a:off x="9251879" y="4327588"/>
            <a:ext cx="309023" cy="1351217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24" name="直接箭头连接符 1023">
            <a:extLst>
              <a:ext uri="{FF2B5EF4-FFF2-40B4-BE49-F238E27FC236}">
                <a16:creationId xmlns:a16="http://schemas.microsoft.com/office/drawing/2014/main" id="{98DE35F0-C7C7-9573-9C18-E49347B35EB5}"/>
              </a:ext>
            </a:extLst>
          </p:cNvPr>
          <p:cNvCxnSpPr>
            <a:cxnSpLocks/>
          </p:cNvCxnSpPr>
          <p:nvPr/>
        </p:nvCxnSpPr>
        <p:spPr>
          <a:xfrm>
            <a:off x="9671045" y="2503742"/>
            <a:ext cx="0" cy="68078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直接箭头连接符 1028">
            <a:extLst>
              <a:ext uri="{FF2B5EF4-FFF2-40B4-BE49-F238E27FC236}">
                <a16:creationId xmlns:a16="http://schemas.microsoft.com/office/drawing/2014/main" id="{7DBC64F2-C1BA-55C9-505D-285084A3ABEA}"/>
              </a:ext>
            </a:extLst>
          </p:cNvPr>
          <p:cNvCxnSpPr>
            <a:cxnSpLocks/>
            <a:stCxn id="189" idx="0"/>
          </p:cNvCxnSpPr>
          <p:nvPr/>
        </p:nvCxnSpPr>
        <p:spPr>
          <a:xfrm flipH="1" flipV="1">
            <a:off x="9405120" y="3467100"/>
            <a:ext cx="1271" cy="860488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5" name="矩形 1034">
            <a:extLst>
              <a:ext uri="{FF2B5EF4-FFF2-40B4-BE49-F238E27FC236}">
                <a16:creationId xmlns:a16="http://schemas.microsoft.com/office/drawing/2014/main" id="{5A25972A-CC86-1C51-5793-22EA583B039F}"/>
              </a:ext>
            </a:extLst>
          </p:cNvPr>
          <p:cNvSpPr/>
          <p:nvPr/>
        </p:nvSpPr>
        <p:spPr>
          <a:xfrm>
            <a:off x="9178426" y="3188330"/>
            <a:ext cx="692150" cy="27305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同步</a:t>
            </a:r>
          </a:p>
        </p:txBody>
      </p:sp>
      <p:sp>
        <p:nvSpPr>
          <p:cNvPr id="1041" name="矩形: 折角 1040">
            <a:extLst>
              <a:ext uri="{FF2B5EF4-FFF2-40B4-BE49-F238E27FC236}">
                <a16:creationId xmlns:a16="http://schemas.microsoft.com/office/drawing/2014/main" id="{DD7D37AC-5882-7310-1EE5-5D6667D3B4DB}"/>
              </a:ext>
            </a:extLst>
          </p:cNvPr>
          <p:cNvSpPr/>
          <p:nvPr/>
        </p:nvSpPr>
        <p:spPr>
          <a:xfrm>
            <a:off x="10252807" y="1491170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3" name="直接连接符 1042">
            <a:extLst>
              <a:ext uri="{FF2B5EF4-FFF2-40B4-BE49-F238E27FC236}">
                <a16:creationId xmlns:a16="http://schemas.microsoft.com/office/drawing/2014/main" id="{389BEA05-67E2-3FED-0043-616A5158B182}"/>
              </a:ext>
            </a:extLst>
          </p:cNvPr>
          <p:cNvCxnSpPr>
            <a:cxnSpLocks/>
          </p:cNvCxnSpPr>
          <p:nvPr/>
        </p:nvCxnSpPr>
        <p:spPr>
          <a:xfrm>
            <a:off x="10291345" y="1571492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直接连接符 1043">
            <a:extLst>
              <a:ext uri="{FF2B5EF4-FFF2-40B4-BE49-F238E27FC236}">
                <a16:creationId xmlns:a16="http://schemas.microsoft.com/office/drawing/2014/main" id="{A3EB67BD-0C01-FDF3-931C-1D37DE10975B}"/>
              </a:ext>
            </a:extLst>
          </p:cNvPr>
          <p:cNvCxnSpPr>
            <a:cxnSpLocks/>
          </p:cNvCxnSpPr>
          <p:nvPr/>
        </p:nvCxnSpPr>
        <p:spPr>
          <a:xfrm>
            <a:off x="10289665" y="1640806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直接连接符 1044">
            <a:extLst>
              <a:ext uri="{FF2B5EF4-FFF2-40B4-BE49-F238E27FC236}">
                <a16:creationId xmlns:a16="http://schemas.microsoft.com/office/drawing/2014/main" id="{63C43A74-49F8-027A-EF29-88AA91D37CFA}"/>
              </a:ext>
            </a:extLst>
          </p:cNvPr>
          <p:cNvCxnSpPr>
            <a:cxnSpLocks/>
          </p:cNvCxnSpPr>
          <p:nvPr/>
        </p:nvCxnSpPr>
        <p:spPr>
          <a:xfrm>
            <a:off x="10286288" y="1714361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6" name="直接连接符 1045">
            <a:extLst>
              <a:ext uri="{FF2B5EF4-FFF2-40B4-BE49-F238E27FC236}">
                <a16:creationId xmlns:a16="http://schemas.microsoft.com/office/drawing/2014/main" id="{748232EE-3CC3-7744-6E7B-04D43DA7AA8A}"/>
              </a:ext>
            </a:extLst>
          </p:cNvPr>
          <p:cNvCxnSpPr>
            <a:cxnSpLocks/>
          </p:cNvCxnSpPr>
          <p:nvPr/>
        </p:nvCxnSpPr>
        <p:spPr>
          <a:xfrm>
            <a:off x="10289665" y="1784214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" name="直接连接符 1046">
            <a:extLst>
              <a:ext uri="{FF2B5EF4-FFF2-40B4-BE49-F238E27FC236}">
                <a16:creationId xmlns:a16="http://schemas.microsoft.com/office/drawing/2014/main" id="{B87E4647-AE9F-2DCF-F122-0A221065360F}"/>
              </a:ext>
            </a:extLst>
          </p:cNvPr>
          <p:cNvCxnSpPr>
            <a:cxnSpLocks/>
          </p:cNvCxnSpPr>
          <p:nvPr/>
        </p:nvCxnSpPr>
        <p:spPr>
          <a:xfrm>
            <a:off x="10291890" y="1864647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直接连接符 1047">
            <a:extLst>
              <a:ext uri="{FF2B5EF4-FFF2-40B4-BE49-F238E27FC236}">
                <a16:creationId xmlns:a16="http://schemas.microsoft.com/office/drawing/2014/main" id="{DD969E4D-13F2-857E-B8CB-7B659F43E4A3}"/>
              </a:ext>
            </a:extLst>
          </p:cNvPr>
          <p:cNvCxnSpPr>
            <a:cxnSpLocks/>
          </p:cNvCxnSpPr>
          <p:nvPr/>
        </p:nvCxnSpPr>
        <p:spPr>
          <a:xfrm>
            <a:off x="10284888" y="1939261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9" name="直接连接符 1048">
            <a:extLst>
              <a:ext uri="{FF2B5EF4-FFF2-40B4-BE49-F238E27FC236}">
                <a16:creationId xmlns:a16="http://schemas.microsoft.com/office/drawing/2014/main" id="{9F086388-B086-8FC6-865B-396F620F97C2}"/>
              </a:ext>
            </a:extLst>
          </p:cNvPr>
          <p:cNvCxnSpPr>
            <a:cxnSpLocks/>
          </p:cNvCxnSpPr>
          <p:nvPr/>
        </p:nvCxnSpPr>
        <p:spPr>
          <a:xfrm>
            <a:off x="10287844" y="2012287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0" name="直接连接符 1049">
            <a:extLst>
              <a:ext uri="{FF2B5EF4-FFF2-40B4-BE49-F238E27FC236}">
                <a16:creationId xmlns:a16="http://schemas.microsoft.com/office/drawing/2014/main" id="{EC9B2D29-445E-007C-1729-953229BD4A81}"/>
              </a:ext>
            </a:extLst>
          </p:cNvPr>
          <p:cNvCxnSpPr>
            <a:cxnSpLocks/>
          </p:cNvCxnSpPr>
          <p:nvPr/>
        </p:nvCxnSpPr>
        <p:spPr>
          <a:xfrm>
            <a:off x="10284888" y="2091661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1" name="加号 1050">
            <a:extLst>
              <a:ext uri="{FF2B5EF4-FFF2-40B4-BE49-F238E27FC236}">
                <a16:creationId xmlns:a16="http://schemas.microsoft.com/office/drawing/2014/main" id="{5C4C5D5C-5762-E658-789F-E70C8C78F1B5}"/>
              </a:ext>
            </a:extLst>
          </p:cNvPr>
          <p:cNvSpPr/>
          <p:nvPr/>
        </p:nvSpPr>
        <p:spPr>
          <a:xfrm>
            <a:off x="9913685" y="1730812"/>
            <a:ext cx="284401" cy="262821"/>
          </a:xfrm>
          <a:prstGeom prst="mathPlus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52" name="矩形: 折角 1051">
            <a:extLst>
              <a:ext uri="{FF2B5EF4-FFF2-40B4-BE49-F238E27FC236}">
                <a16:creationId xmlns:a16="http://schemas.microsoft.com/office/drawing/2014/main" id="{6706D59D-5C6B-4330-39EE-A4B1C54AB4D4}"/>
              </a:ext>
            </a:extLst>
          </p:cNvPr>
          <p:cNvSpPr/>
          <p:nvPr/>
        </p:nvSpPr>
        <p:spPr>
          <a:xfrm>
            <a:off x="10252807" y="4745741"/>
            <a:ext cx="673328" cy="690950"/>
          </a:xfrm>
          <a:prstGeom prst="foldedCorner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53" name="直接连接符 1052">
            <a:extLst>
              <a:ext uri="{FF2B5EF4-FFF2-40B4-BE49-F238E27FC236}">
                <a16:creationId xmlns:a16="http://schemas.microsoft.com/office/drawing/2014/main" id="{E6F8A855-D89C-C89B-CA58-E74623276F63}"/>
              </a:ext>
            </a:extLst>
          </p:cNvPr>
          <p:cNvCxnSpPr>
            <a:cxnSpLocks/>
          </p:cNvCxnSpPr>
          <p:nvPr/>
        </p:nvCxnSpPr>
        <p:spPr>
          <a:xfrm>
            <a:off x="10291345" y="4826063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接连接符 1053">
            <a:extLst>
              <a:ext uri="{FF2B5EF4-FFF2-40B4-BE49-F238E27FC236}">
                <a16:creationId xmlns:a16="http://schemas.microsoft.com/office/drawing/2014/main" id="{5DA251AF-2E2B-FD00-20A9-3F71171C5CFC}"/>
              </a:ext>
            </a:extLst>
          </p:cNvPr>
          <p:cNvCxnSpPr>
            <a:cxnSpLocks/>
          </p:cNvCxnSpPr>
          <p:nvPr/>
        </p:nvCxnSpPr>
        <p:spPr>
          <a:xfrm>
            <a:off x="10289665" y="4895377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5" name="直接连接符 1054">
            <a:extLst>
              <a:ext uri="{FF2B5EF4-FFF2-40B4-BE49-F238E27FC236}">
                <a16:creationId xmlns:a16="http://schemas.microsoft.com/office/drawing/2014/main" id="{81CAB8DA-D7F7-0399-42A5-61F0BEA68DA7}"/>
              </a:ext>
            </a:extLst>
          </p:cNvPr>
          <p:cNvCxnSpPr>
            <a:cxnSpLocks/>
          </p:cNvCxnSpPr>
          <p:nvPr/>
        </p:nvCxnSpPr>
        <p:spPr>
          <a:xfrm>
            <a:off x="10286288" y="4968932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6" name="直接连接符 1055">
            <a:extLst>
              <a:ext uri="{FF2B5EF4-FFF2-40B4-BE49-F238E27FC236}">
                <a16:creationId xmlns:a16="http://schemas.microsoft.com/office/drawing/2014/main" id="{5F21FB8A-CDB8-12AE-6463-FCA764981DCA}"/>
              </a:ext>
            </a:extLst>
          </p:cNvPr>
          <p:cNvCxnSpPr>
            <a:cxnSpLocks/>
          </p:cNvCxnSpPr>
          <p:nvPr/>
        </p:nvCxnSpPr>
        <p:spPr>
          <a:xfrm>
            <a:off x="10289665" y="5038785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7" name="直接连接符 1056">
            <a:extLst>
              <a:ext uri="{FF2B5EF4-FFF2-40B4-BE49-F238E27FC236}">
                <a16:creationId xmlns:a16="http://schemas.microsoft.com/office/drawing/2014/main" id="{A4B61DEA-9EB6-F829-6CE6-DB8D667D24B1}"/>
              </a:ext>
            </a:extLst>
          </p:cNvPr>
          <p:cNvCxnSpPr>
            <a:cxnSpLocks/>
          </p:cNvCxnSpPr>
          <p:nvPr/>
        </p:nvCxnSpPr>
        <p:spPr>
          <a:xfrm>
            <a:off x="10291890" y="5119218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8" name="直接连接符 1057">
            <a:extLst>
              <a:ext uri="{FF2B5EF4-FFF2-40B4-BE49-F238E27FC236}">
                <a16:creationId xmlns:a16="http://schemas.microsoft.com/office/drawing/2014/main" id="{E2AACD39-44F3-FC7D-7172-554F3148E045}"/>
              </a:ext>
            </a:extLst>
          </p:cNvPr>
          <p:cNvCxnSpPr>
            <a:cxnSpLocks/>
          </p:cNvCxnSpPr>
          <p:nvPr/>
        </p:nvCxnSpPr>
        <p:spPr>
          <a:xfrm>
            <a:off x="10284888" y="5193832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9" name="直接连接符 1058">
            <a:extLst>
              <a:ext uri="{FF2B5EF4-FFF2-40B4-BE49-F238E27FC236}">
                <a16:creationId xmlns:a16="http://schemas.microsoft.com/office/drawing/2014/main" id="{CAB0FB41-2F86-1E9A-7106-DAF5A55CA558}"/>
              </a:ext>
            </a:extLst>
          </p:cNvPr>
          <p:cNvCxnSpPr>
            <a:cxnSpLocks/>
          </p:cNvCxnSpPr>
          <p:nvPr/>
        </p:nvCxnSpPr>
        <p:spPr>
          <a:xfrm>
            <a:off x="10287844" y="5266858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0" name="直接连接符 1059">
            <a:extLst>
              <a:ext uri="{FF2B5EF4-FFF2-40B4-BE49-F238E27FC236}">
                <a16:creationId xmlns:a16="http://schemas.microsoft.com/office/drawing/2014/main" id="{842FB4D9-129C-F6BD-C46C-4A614503685B}"/>
              </a:ext>
            </a:extLst>
          </p:cNvPr>
          <p:cNvCxnSpPr>
            <a:cxnSpLocks/>
          </p:cNvCxnSpPr>
          <p:nvPr/>
        </p:nvCxnSpPr>
        <p:spPr>
          <a:xfrm>
            <a:off x="10284888" y="5346232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1" name="加号 1060">
            <a:extLst>
              <a:ext uri="{FF2B5EF4-FFF2-40B4-BE49-F238E27FC236}">
                <a16:creationId xmlns:a16="http://schemas.microsoft.com/office/drawing/2014/main" id="{E1AAE14C-EC2D-86BB-4684-8A6EDD6998C2}"/>
              </a:ext>
            </a:extLst>
          </p:cNvPr>
          <p:cNvSpPr/>
          <p:nvPr/>
        </p:nvSpPr>
        <p:spPr>
          <a:xfrm>
            <a:off x="9913685" y="4985383"/>
            <a:ext cx="284401" cy="262821"/>
          </a:xfrm>
          <a:prstGeom prst="mathPlus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062" name="直接箭头连接符 1061">
            <a:extLst>
              <a:ext uri="{FF2B5EF4-FFF2-40B4-BE49-F238E27FC236}">
                <a16:creationId xmlns:a16="http://schemas.microsoft.com/office/drawing/2014/main" id="{60328364-260A-49B7-3515-90FCF6696330}"/>
              </a:ext>
            </a:extLst>
          </p:cNvPr>
          <p:cNvCxnSpPr>
            <a:cxnSpLocks/>
          </p:cNvCxnSpPr>
          <p:nvPr/>
        </p:nvCxnSpPr>
        <p:spPr>
          <a:xfrm>
            <a:off x="10987256" y="1849342"/>
            <a:ext cx="29407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3" name="直接箭头连接符 1062">
            <a:extLst>
              <a:ext uri="{FF2B5EF4-FFF2-40B4-BE49-F238E27FC236}">
                <a16:creationId xmlns:a16="http://schemas.microsoft.com/office/drawing/2014/main" id="{048F779E-3102-4332-3517-31B3BEE70EF5}"/>
              </a:ext>
            </a:extLst>
          </p:cNvPr>
          <p:cNvCxnSpPr>
            <a:cxnSpLocks/>
          </p:cNvCxnSpPr>
          <p:nvPr/>
        </p:nvCxnSpPr>
        <p:spPr>
          <a:xfrm>
            <a:off x="10987256" y="5097603"/>
            <a:ext cx="288998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6" name="文本框 1065">
            <a:extLst>
              <a:ext uri="{FF2B5EF4-FFF2-40B4-BE49-F238E27FC236}">
                <a16:creationId xmlns:a16="http://schemas.microsoft.com/office/drawing/2014/main" id="{4ECD787B-74DF-FAC6-73DA-DEE764DBE4B7}"/>
              </a:ext>
            </a:extLst>
          </p:cNvPr>
          <p:cNvSpPr txBox="1"/>
          <p:nvPr/>
        </p:nvSpPr>
        <p:spPr>
          <a:xfrm>
            <a:off x="10086936" y="2215279"/>
            <a:ext cx="962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时序单元</a:t>
            </a:r>
            <a:endParaRPr lang="en-US" altLang="zh-CN" sz="1400" dirty="0"/>
          </a:p>
          <a:p>
            <a:pPr algn="ctr"/>
            <a:r>
              <a:rPr lang="zh-CN" altLang="en-US" sz="1400" dirty="0"/>
              <a:t>列表</a:t>
            </a:r>
          </a:p>
        </p:txBody>
      </p:sp>
      <p:sp>
        <p:nvSpPr>
          <p:cNvPr id="1067" name="文本框 1066">
            <a:extLst>
              <a:ext uri="{FF2B5EF4-FFF2-40B4-BE49-F238E27FC236}">
                <a16:creationId xmlns:a16="http://schemas.microsoft.com/office/drawing/2014/main" id="{0D42C64E-6042-1126-71C9-7D7C632BE9DE}"/>
              </a:ext>
            </a:extLst>
          </p:cNvPr>
          <p:cNvSpPr txBox="1"/>
          <p:nvPr/>
        </p:nvSpPr>
        <p:spPr>
          <a:xfrm>
            <a:off x="10098405" y="5436691"/>
            <a:ext cx="9627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/>
              <a:t>时序单元</a:t>
            </a:r>
            <a:endParaRPr lang="en-US" altLang="zh-CN" sz="1400" dirty="0"/>
          </a:p>
          <a:p>
            <a:pPr algn="ctr"/>
            <a:r>
              <a:rPr lang="zh-CN" altLang="en-US" sz="1400" dirty="0"/>
              <a:t>列表</a:t>
            </a:r>
          </a:p>
        </p:txBody>
      </p:sp>
      <p:sp>
        <p:nvSpPr>
          <p:cNvPr id="1077" name="矩形: 折角 1076">
            <a:extLst>
              <a:ext uri="{FF2B5EF4-FFF2-40B4-BE49-F238E27FC236}">
                <a16:creationId xmlns:a16="http://schemas.microsoft.com/office/drawing/2014/main" id="{9A545C59-F5C7-EC7A-C91C-23292F444DEB}"/>
              </a:ext>
            </a:extLst>
          </p:cNvPr>
          <p:cNvSpPr/>
          <p:nvPr/>
        </p:nvSpPr>
        <p:spPr>
          <a:xfrm>
            <a:off x="11353165" y="1491170"/>
            <a:ext cx="673328" cy="690950"/>
          </a:xfrm>
          <a:prstGeom prst="foldedCorner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78" name="直接连接符 1077">
            <a:extLst>
              <a:ext uri="{FF2B5EF4-FFF2-40B4-BE49-F238E27FC236}">
                <a16:creationId xmlns:a16="http://schemas.microsoft.com/office/drawing/2014/main" id="{AC34CBF1-CE46-700C-A900-1FD171BB10B5}"/>
              </a:ext>
            </a:extLst>
          </p:cNvPr>
          <p:cNvCxnSpPr>
            <a:cxnSpLocks/>
          </p:cNvCxnSpPr>
          <p:nvPr/>
        </p:nvCxnSpPr>
        <p:spPr>
          <a:xfrm>
            <a:off x="11391703" y="1571492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9" name="直接连接符 1078">
            <a:extLst>
              <a:ext uri="{FF2B5EF4-FFF2-40B4-BE49-F238E27FC236}">
                <a16:creationId xmlns:a16="http://schemas.microsoft.com/office/drawing/2014/main" id="{3193B762-2872-B620-6359-E097396EDBA0}"/>
              </a:ext>
            </a:extLst>
          </p:cNvPr>
          <p:cNvCxnSpPr>
            <a:cxnSpLocks/>
          </p:cNvCxnSpPr>
          <p:nvPr/>
        </p:nvCxnSpPr>
        <p:spPr>
          <a:xfrm>
            <a:off x="11390023" y="1640806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0" name="直接连接符 1079">
            <a:extLst>
              <a:ext uri="{FF2B5EF4-FFF2-40B4-BE49-F238E27FC236}">
                <a16:creationId xmlns:a16="http://schemas.microsoft.com/office/drawing/2014/main" id="{B662FB48-D87A-B466-AEA9-C34C5BCF9BD2}"/>
              </a:ext>
            </a:extLst>
          </p:cNvPr>
          <p:cNvCxnSpPr>
            <a:cxnSpLocks/>
          </p:cNvCxnSpPr>
          <p:nvPr/>
        </p:nvCxnSpPr>
        <p:spPr>
          <a:xfrm>
            <a:off x="11386646" y="1714361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1" name="直接连接符 1080">
            <a:extLst>
              <a:ext uri="{FF2B5EF4-FFF2-40B4-BE49-F238E27FC236}">
                <a16:creationId xmlns:a16="http://schemas.microsoft.com/office/drawing/2014/main" id="{9AE4A14F-4438-DB04-6614-0ED8CD2A2694}"/>
              </a:ext>
            </a:extLst>
          </p:cNvPr>
          <p:cNvCxnSpPr>
            <a:cxnSpLocks/>
          </p:cNvCxnSpPr>
          <p:nvPr/>
        </p:nvCxnSpPr>
        <p:spPr>
          <a:xfrm>
            <a:off x="11390023" y="1784214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2" name="直接连接符 1081">
            <a:extLst>
              <a:ext uri="{FF2B5EF4-FFF2-40B4-BE49-F238E27FC236}">
                <a16:creationId xmlns:a16="http://schemas.microsoft.com/office/drawing/2014/main" id="{95287C4C-8EBF-12D8-15F4-3FEF70219069}"/>
              </a:ext>
            </a:extLst>
          </p:cNvPr>
          <p:cNvCxnSpPr>
            <a:cxnSpLocks/>
          </p:cNvCxnSpPr>
          <p:nvPr/>
        </p:nvCxnSpPr>
        <p:spPr>
          <a:xfrm>
            <a:off x="11392248" y="1864647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3" name="直接连接符 1082">
            <a:extLst>
              <a:ext uri="{FF2B5EF4-FFF2-40B4-BE49-F238E27FC236}">
                <a16:creationId xmlns:a16="http://schemas.microsoft.com/office/drawing/2014/main" id="{92B9A1F1-CB99-A2F4-BCA8-5447AA5824CE}"/>
              </a:ext>
            </a:extLst>
          </p:cNvPr>
          <p:cNvCxnSpPr>
            <a:cxnSpLocks/>
          </p:cNvCxnSpPr>
          <p:nvPr/>
        </p:nvCxnSpPr>
        <p:spPr>
          <a:xfrm>
            <a:off x="11385246" y="1939261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4" name="直接连接符 1083">
            <a:extLst>
              <a:ext uri="{FF2B5EF4-FFF2-40B4-BE49-F238E27FC236}">
                <a16:creationId xmlns:a16="http://schemas.microsoft.com/office/drawing/2014/main" id="{8D8E7591-886E-7107-763B-6898558A3AAF}"/>
              </a:ext>
            </a:extLst>
          </p:cNvPr>
          <p:cNvCxnSpPr>
            <a:cxnSpLocks/>
          </p:cNvCxnSpPr>
          <p:nvPr/>
        </p:nvCxnSpPr>
        <p:spPr>
          <a:xfrm>
            <a:off x="11388202" y="2012287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5" name="直接连接符 1084">
            <a:extLst>
              <a:ext uri="{FF2B5EF4-FFF2-40B4-BE49-F238E27FC236}">
                <a16:creationId xmlns:a16="http://schemas.microsoft.com/office/drawing/2014/main" id="{6C65FF2A-8DCF-4639-36B4-EB3CF7B4E09E}"/>
              </a:ext>
            </a:extLst>
          </p:cNvPr>
          <p:cNvCxnSpPr>
            <a:cxnSpLocks/>
          </p:cNvCxnSpPr>
          <p:nvPr/>
        </p:nvCxnSpPr>
        <p:spPr>
          <a:xfrm>
            <a:off x="11385246" y="2091661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6" name="矩形: 折角 1085">
            <a:extLst>
              <a:ext uri="{FF2B5EF4-FFF2-40B4-BE49-F238E27FC236}">
                <a16:creationId xmlns:a16="http://schemas.microsoft.com/office/drawing/2014/main" id="{9E291B62-46D4-4098-DBAC-0872D47FF620}"/>
              </a:ext>
            </a:extLst>
          </p:cNvPr>
          <p:cNvSpPr/>
          <p:nvPr/>
        </p:nvSpPr>
        <p:spPr>
          <a:xfrm>
            <a:off x="11353165" y="4742083"/>
            <a:ext cx="673328" cy="690950"/>
          </a:xfrm>
          <a:prstGeom prst="foldedCorner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87" name="直接连接符 1086">
            <a:extLst>
              <a:ext uri="{FF2B5EF4-FFF2-40B4-BE49-F238E27FC236}">
                <a16:creationId xmlns:a16="http://schemas.microsoft.com/office/drawing/2014/main" id="{7E99B253-EA53-DEA8-427B-1BA39091C223}"/>
              </a:ext>
            </a:extLst>
          </p:cNvPr>
          <p:cNvCxnSpPr>
            <a:cxnSpLocks/>
          </p:cNvCxnSpPr>
          <p:nvPr/>
        </p:nvCxnSpPr>
        <p:spPr>
          <a:xfrm>
            <a:off x="11391703" y="4822405"/>
            <a:ext cx="55859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1A5F7215-2447-85E7-2AC7-B79C57E6D821}"/>
              </a:ext>
            </a:extLst>
          </p:cNvPr>
          <p:cNvCxnSpPr>
            <a:cxnSpLocks/>
          </p:cNvCxnSpPr>
          <p:nvPr/>
        </p:nvCxnSpPr>
        <p:spPr>
          <a:xfrm>
            <a:off x="11390023" y="4891719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181E6EB1-BFDF-3086-DF58-A55912352057}"/>
              </a:ext>
            </a:extLst>
          </p:cNvPr>
          <p:cNvCxnSpPr>
            <a:cxnSpLocks/>
          </p:cNvCxnSpPr>
          <p:nvPr/>
        </p:nvCxnSpPr>
        <p:spPr>
          <a:xfrm>
            <a:off x="11386646" y="4965274"/>
            <a:ext cx="460460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直接连接符 193">
            <a:extLst>
              <a:ext uri="{FF2B5EF4-FFF2-40B4-BE49-F238E27FC236}">
                <a16:creationId xmlns:a16="http://schemas.microsoft.com/office/drawing/2014/main" id="{05E0F4B5-50D1-954F-9507-2A1EF73903C8}"/>
              </a:ext>
            </a:extLst>
          </p:cNvPr>
          <p:cNvCxnSpPr>
            <a:cxnSpLocks/>
          </p:cNvCxnSpPr>
          <p:nvPr/>
        </p:nvCxnSpPr>
        <p:spPr>
          <a:xfrm>
            <a:off x="11390023" y="5035127"/>
            <a:ext cx="52598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92A83ADF-CFF0-3255-87B4-462C7575C925}"/>
              </a:ext>
            </a:extLst>
          </p:cNvPr>
          <p:cNvCxnSpPr>
            <a:cxnSpLocks/>
          </p:cNvCxnSpPr>
          <p:nvPr/>
        </p:nvCxnSpPr>
        <p:spPr>
          <a:xfrm>
            <a:off x="11392248" y="5115560"/>
            <a:ext cx="56915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3A210CC2-3F1E-1D88-5DEA-7CCA841CC438}"/>
              </a:ext>
            </a:extLst>
          </p:cNvPr>
          <p:cNvCxnSpPr>
            <a:cxnSpLocks/>
          </p:cNvCxnSpPr>
          <p:nvPr/>
        </p:nvCxnSpPr>
        <p:spPr>
          <a:xfrm>
            <a:off x="11385246" y="5190174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直接连接符 196">
            <a:extLst>
              <a:ext uri="{FF2B5EF4-FFF2-40B4-BE49-F238E27FC236}">
                <a16:creationId xmlns:a16="http://schemas.microsoft.com/office/drawing/2014/main" id="{169272C0-E95C-EF84-A631-CA9E1CAC5CAB}"/>
              </a:ext>
            </a:extLst>
          </p:cNvPr>
          <p:cNvCxnSpPr>
            <a:cxnSpLocks/>
          </p:cNvCxnSpPr>
          <p:nvPr/>
        </p:nvCxnSpPr>
        <p:spPr>
          <a:xfrm>
            <a:off x="11388202" y="5263200"/>
            <a:ext cx="490654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760DCBE9-DB4F-F5B8-77A1-47107FD50BAA}"/>
              </a:ext>
            </a:extLst>
          </p:cNvPr>
          <p:cNvCxnSpPr>
            <a:cxnSpLocks/>
          </p:cNvCxnSpPr>
          <p:nvPr/>
        </p:nvCxnSpPr>
        <p:spPr>
          <a:xfrm>
            <a:off x="11385246" y="5342574"/>
            <a:ext cx="433285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5364D89C-F9CB-7A3B-0D91-C58276F5023D}"/>
                  </a:ext>
                </a:extLst>
              </p:cNvPr>
              <p:cNvSpPr txBox="1"/>
              <p:nvPr/>
            </p:nvSpPr>
            <p:spPr>
              <a:xfrm>
                <a:off x="11229228" y="2226273"/>
                <a:ext cx="96277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/>
                  <a:t>初始化值列表 </a:t>
                </a:r>
                <a14:m>
                  <m:oMath xmlns:m="http://schemas.openxmlformats.org/officeDocument/2006/math">
                    <m:r>
                      <a:rPr lang="en-US" altLang="zh-CN" sz="1400" b="1" i="1" smtClean="0">
                        <a:latin typeface="Cambria Math" panose="02040503050406030204" pitchFamily="18" charset="0"/>
                      </a:rPr>
                      <m:t>𝑰</m:t>
                    </m:r>
                  </m:oMath>
                </a14:m>
                <a:r>
                  <a:rPr lang="zh-CN" altLang="en-US" sz="1400" dirty="0"/>
                  <a:t> </a:t>
                </a:r>
              </a:p>
            </p:txBody>
          </p:sp>
        </mc:Choice>
        <mc:Fallback>
          <p:sp>
            <p:nvSpPr>
              <p:cNvPr id="201" name="文本框 200">
                <a:extLst>
                  <a:ext uri="{FF2B5EF4-FFF2-40B4-BE49-F238E27FC236}">
                    <a16:creationId xmlns:a16="http://schemas.microsoft.com/office/drawing/2014/main" id="{5364D89C-F9CB-7A3B-0D91-C58276F502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9228" y="2226273"/>
                <a:ext cx="962772" cy="523220"/>
              </a:xfrm>
              <a:prstGeom prst="rect">
                <a:avLst/>
              </a:prstGeom>
              <a:blipFill>
                <a:blip r:embed="rId8"/>
                <a:stretch>
                  <a:fillRect t="-2326" b="-1162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12AB3F9F-AA84-8274-18F0-BE6658204DFB}"/>
                  </a:ext>
                </a:extLst>
              </p:cNvPr>
              <p:cNvSpPr txBox="1"/>
              <p:nvPr/>
            </p:nvSpPr>
            <p:spPr>
              <a:xfrm>
                <a:off x="11229228" y="5436691"/>
                <a:ext cx="962772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sz="1400" dirty="0"/>
                  <a:t>初始化值列表 </a:t>
                </a:r>
                <a14:m>
                  <m:oMath xmlns:m="http://schemas.openxmlformats.org/officeDocument/2006/math">
                    <m:r>
                      <a:rPr lang="en-US" altLang="zh-CN" sz="1400" b="1" i="1">
                        <a:latin typeface="Cambria Math" panose="02040503050406030204" pitchFamily="18" charset="0"/>
                      </a:rPr>
                      <m:t>𝑰</m:t>
                    </m:r>
                    <m:r>
                      <a:rPr lang="en-US" altLang="zh-CN" sz="1400" b="1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endParaRPr lang="zh-CN" altLang="en-US" sz="1400" b="1" dirty="0"/>
              </a:p>
            </p:txBody>
          </p:sp>
        </mc:Choice>
        <mc:Fallback>
          <p:sp>
            <p:nvSpPr>
              <p:cNvPr id="202" name="文本框 201">
                <a:extLst>
                  <a:ext uri="{FF2B5EF4-FFF2-40B4-BE49-F238E27FC236}">
                    <a16:creationId xmlns:a16="http://schemas.microsoft.com/office/drawing/2014/main" id="{12AB3F9F-AA84-8274-18F0-BE6658204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9228" y="5436691"/>
                <a:ext cx="962772" cy="523220"/>
              </a:xfrm>
              <a:prstGeom prst="rect">
                <a:avLst/>
              </a:prstGeom>
              <a:blipFill>
                <a:blip r:embed="rId9"/>
                <a:stretch>
                  <a:fillRect t="-2326" b="-104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4140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888</TotalTime>
  <Words>109</Words>
  <Application>Microsoft Office PowerPoint</Application>
  <PresentationFormat>宽屏</PresentationFormat>
  <Paragraphs>40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Cascadia Code Light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Xingzhi Zhang</dc:creator>
  <cp:lastModifiedBy>Xingzhi Zhang</cp:lastModifiedBy>
  <cp:revision>57</cp:revision>
  <dcterms:created xsi:type="dcterms:W3CDTF">2026-03-09T16:25:44Z</dcterms:created>
  <dcterms:modified xsi:type="dcterms:W3CDTF">2026-03-16T05:42:16Z</dcterms:modified>
</cp:coreProperties>
</file>